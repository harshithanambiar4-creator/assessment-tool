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59" r:id="rId5"/>
  </p:sldMasterIdLst>
  <p:notesMasterIdLst>
    <p:notesMasterId r:id="rId74"/>
  </p:notesMasterIdLst>
  <p:sldIdLst>
    <p:sldId id="256" r:id="rId11"/>
  </p:sldIdLst>
  <p:sldSz cx="12192000" cy="6858000"/>
  <p:notesSz cx="6858000" cy="9144000"/>
  <p:defaultTextStyle>
    <a:defPPr>
      <a:defRPr lang="en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901B381F-7BAC-0E49-A4AD-01B41D31ACB7}">
          <p14:sldIdLst>
            <p14:sldId id="436"/>
            <p14:sldId id="437"/>
            <p14:sldId id="441"/>
            <p14:sldId id="393"/>
          </p14:sldIdLst>
        </p14:section>
        <p14:section name="LIGHT VERSION - Project &amp; Print" id="{7FF7E46B-F56F-7D4B-A9AF-0AEA80173333}">
          <p14:sldIdLst>
            <p14:sldId id="287"/>
            <p14:sldId id="309"/>
            <p14:sldId id="279"/>
            <p14:sldId id="440"/>
            <p14:sldId id="438"/>
            <p14:sldId id="360"/>
            <p14:sldId id="260"/>
            <p14:sldId id="274"/>
            <p14:sldId id="345"/>
            <p14:sldId id="370"/>
            <p14:sldId id="285"/>
            <p14:sldId id="372"/>
            <p14:sldId id="272"/>
            <p14:sldId id="261"/>
            <p14:sldId id="315"/>
          </p14:sldIdLst>
        </p14:section>
        <p14:section name="DARK VERSION - Project only" id="{7CF8A17B-760E-A24B-8A57-F72471AE5B90}">
          <p14:sldIdLst>
            <p14:sldId id="322"/>
            <p14:sldId id="396"/>
            <p14:sldId id="330"/>
            <p14:sldId id="439"/>
            <p14:sldId id="332"/>
            <p14:sldId id="334"/>
            <p14:sldId id="338"/>
            <p14:sldId id="341"/>
            <p14:sldId id="342"/>
            <p14:sldId id="343"/>
            <p14:sldId id="270"/>
            <p14:sldId id="361"/>
            <p14:sldId id="329"/>
          </p14:sldIdLst>
        </p14:section>
        <p14:section name="BASIC ELEMENTS" id="{76040A5F-E2FB-CD4A-9B02-3954104036FB}">
          <p14:sldIdLst>
            <p14:sldId id="354"/>
            <p14:sldId id="397"/>
            <p14:sldId id="394"/>
            <p14:sldId id="384"/>
          </p14:sldIdLst>
        </p14:section>
        <p14:section name="PEOPLE" id="{EC424F65-2021-6E43-AE81-D9FC301EC7E2}">
          <p14:sldIdLst>
            <p14:sldId id="314"/>
          </p14:sldIdLst>
        </p14:section>
        <p14:section name="TEXT HIGHLIGHTNING" id="{114CFD4A-C4AD-464C-B7AB-7637F071E62E}">
          <p14:sldIdLst>
            <p14:sldId id="297"/>
            <p14:sldId id="373"/>
          </p14:sldIdLst>
        </p14:section>
        <p14:section name="TIMELINES" id="{96EC9CB6-70B1-9847-9319-98CBCC0B871A}">
          <p14:sldIdLst>
            <p14:sldId id="363"/>
            <p14:sldId id="364"/>
          </p14:sldIdLst>
        </p14:section>
        <p14:section name="CHARTS" id="{6E252043-F381-734A-AE04-46D5EBF60DEF}">
          <p14:sldIdLst>
            <p14:sldId id="386"/>
            <p14:sldId id="392"/>
            <p14:sldId id="388"/>
            <p14:sldId id="390"/>
          </p14:sldIdLst>
        </p14:section>
        <p14:section name="TABLES" id="{F63D0979-1F73-914F-8612-A11630AD88EC}">
          <p14:sldIdLst>
            <p14:sldId id="264"/>
          </p14:sldIdLst>
        </p14:section>
        <p14:section name="COLUMNS" id="{C0EE1F41-8C58-2542-9B31-D3A9FA3B2A0E}">
          <p14:sldIdLst>
            <p14:sldId id="310"/>
            <p14:sldId id="277"/>
            <p14:sldId id="278"/>
            <p14:sldId id="280"/>
            <p14:sldId id="281"/>
            <p14:sldId id="374"/>
            <p14:sldId id="375"/>
            <p14:sldId id="376"/>
            <p14:sldId id="378"/>
            <p14:sldId id="377"/>
            <p14:sldId id="303"/>
            <p14:sldId id="304"/>
            <p14:sldId id="305"/>
            <p14:sldId id="306"/>
            <p14:sldId id="307"/>
            <p14:sldId id="434"/>
            <p14:sldId id="379"/>
            <p14:sldId id="380"/>
            <p14:sldId id="381"/>
            <p14:sldId id="382"/>
            <p14:sldId id="383"/>
            <p14:sldId id="43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E0E0E0"/>
    <a:srgbClr val="0B0B0B"/>
    <a:srgbClr val="7EBD31"/>
    <a:srgbClr val="ACE567"/>
    <a:srgbClr val="F6F6F9"/>
    <a:srgbClr val="1F1F1F"/>
    <a:srgbClr val="FFFFFF"/>
    <a:srgbClr val="FB4671"/>
    <a:srgbClr val="1424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–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5BE263C-DBD7-4A20-BB59-AAB30ACAA65A}" styleName="Medium Style 3 –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54"/>
    <p:restoredTop sz="95150"/>
  </p:normalViewPr>
  <p:slideViewPr>
    <p:cSldViewPr snapToGrid="0">
      <p:cViewPr>
        <p:scale>
          <a:sx n="116" d="100"/>
          <a:sy n="116" d="100"/>
        </p:scale>
        <p:origin x="708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11" Type="http://schemas.openxmlformats.org/officeDocument/2006/relationships/slide" Target="slides/slide1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C3D0F1-E925-864F-B064-04159997B066}" type="datetimeFigureOut">
              <a:rPr lang="en-PL" smtClean="0"/>
              <a:t>07/12/2024</a:t>
            </a:fld>
            <a:endParaRPr lang="en-P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76B28-606B-F547-A5F5-0493BDA14407}" type="slidenum">
              <a:rPr lang="en-PL" smtClean="0"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971363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1736E520-B538-F8CC-1D09-2F5E49B96541}"/>
              </a:ext>
            </a:extLst>
          </p:cNvPr>
          <p:cNvSpPr/>
          <p:nvPr userDrawn="1"/>
        </p:nvSpPr>
        <p:spPr>
          <a:xfrm rot="5400000" flipH="1">
            <a:off x="5323490" y="-5323492"/>
            <a:ext cx="1545022" cy="12192002"/>
          </a:xfrm>
          <a:custGeom>
            <a:avLst/>
            <a:gdLst>
              <a:gd name="connsiteX0" fmla="*/ 3280203 w 3280203"/>
              <a:gd name="connsiteY0" fmla="*/ 0 h 6858001"/>
              <a:gd name="connsiteX1" fmla="*/ 340537 w 3280203"/>
              <a:gd name="connsiteY1" fmla="*/ 0 h 6858001"/>
              <a:gd name="connsiteX2" fmla="*/ 282522 w 3280203"/>
              <a:gd name="connsiteY2" fmla="*/ 288632 h 6858001"/>
              <a:gd name="connsiteX3" fmla="*/ 0 w 3280203"/>
              <a:gd name="connsiteY3" fmla="*/ 3429002 h 6858001"/>
              <a:gd name="connsiteX4" fmla="*/ 282522 w 3280203"/>
              <a:gd name="connsiteY4" fmla="*/ 6569372 h 6858001"/>
              <a:gd name="connsiteX5" fmla="*/ 340536 w 3280203"/>
              <a:gd name="connsiteY5" fmla="*/ 6858001 h 6858001"/>
              <a:gd name="connsiteX6" fmla="*/ 3280203 w 3280203"/>
              <a:gd name="connsiteY6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80203" h="6858001">
                <a:moveTo>
                  <a:pt x="3280203" y="0"/>
                </a:moveTo>
                <a:lnTo>
                  <a:pt x="340537" y="0"/>
                </a:lnTo>
                <a:lnTo>
                  <a:pt x="282522" y="288632"/>
                </a:lnTo>
                <a:cubicBezTo>
                  <a:pt x="99749" y="1267850"/>
                  <a:pt x="0" y="2325575"/>
                  <a:pt x="0" y="3429002"/>
                </a:cubicBezTo>
                <a:cubicBezTo>
                  <a:pt x="0" y="4532430"/>
                  <a:pt x="99749" y="5590155"/>
                  <a:pt x="282522" y="6569372"/>
                </a:cubicBezTo>
                <a:lnTo>
                  <a:pt x="340536" y="6858001"/>
                </a:lnTo>
                <a:lnTo>
                  <a:pt x="3280203" y="68580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BBBB2B86-D6AD-E288-2FAF-2DE8C38E3E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063" y="3564892"/>
            <a:ext cx="5756588" cy="61330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spcBef>
                <a:spcPts val="0"/>
              </a:spcBef>
              <a:buNone/>
              <a:defRPr sz="4400" b="1" i="0" spc="-15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</a:lstStyle>
          <a:p>
            <a:pPr lvl="0"/>
            <a:r>
              <a:rPr lang="en-GB"/>
              <a:t>Presentation title</a:t>
            </a:r>
            <a:endParaRPr lang="en-PL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354137E-EA71-3FB0-AD53-8E33F0F9A7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9063" y="4310063"/>
            <a:ext cx="5756588" cy="33451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Presentation subtitle</a:t>
            </a:r>
            <a:endParaRPr lang="en-PL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EC21CDA-5653-8B17-8D6E-604EA71D65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9063" y="5962049"/>
            <a:ext cx="5756588" cy="22301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buNone/>
              <a:defRPr sz="1600" b="0" i="0">
                <a:solidFill>
                  <a:schemeClr val="bg1">
                    <a:alpha val="60000"/>
                  </a:schemeClr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PL"/>
              <a:t>Optional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8417BC-594A-601C-E65E-E3E18AE508F1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 dirty="0">
                <a:solidFill>
                  <a:schemeClr val="tx2"/>
                </a:solidFill>
                <a:latin typeface="Aptos" panose="020B0004020202020204" pitchFamily="34" charset="0"/>
              </a:rPr>
              <a:t>Proprietary + Confidential</a:t>
            </a:r>
            <a:endParaRPr lang="en-PL" sz="1200" dirty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951F849-53CC-1755-EB86-1553290498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717249" y="461962"/>
            <a:ext cx="277875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071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No log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1736E520-B538-F8CC-1D09-2F5E49B96541}"/>
              </a:ext>
            </a:extLst>
          </p:cNvPr>
          <p:cNvSpPr/>
          <p:nvPr userDrawn="1"/>
        </p:nvSpPr>
        <p:spPr>
          <a:xfrm rot="5400000" flipH="1">
            <a:off x="5323490" y="-5323492"/>
            <a:ext cx="1545022" cy="12192002"/>
          </a:xfrm>
          <a:custGeom>
            <a:avLst/>
            <a:gdLst>
              <a:gd name="connsiteX0" fmla="*/ 3280203 w 3280203"/>
              <a:gd name="connsiteY0" fmla="*/ 0 h 6858001"/>
              <a:gd name="connsiteX1" fmla="*/ 340537 w 3280203"/>
              <a:gd name="connsiteY1" fmla="*/ 0 h 6858001"/>
              <a:gd name="connsiteX2" fmla="*/ 282522 w 3280203"/>
              <a:gd name="connsiteY2" fmla="*/ 288632 h 6858001"/>
              <a:gd name="connsiteX3" fmla="*/ 0 w 3280203"/>
              <a:gd name="connsiteY3" fmla="*/ 3429002 h 6858001"/>
              <a:gd name="connsiteX4" fmla="*/ 282522 w 3280203"/>
              <a:gd name="connsiteY4" fmla="*/ 6569372 h 6858001"/>
              <a:gd name="connsiteX5" fmla="*/ 340536 w 3280203"/>
              <a:gd name="connsiteY5" fmla="*/ 6858001 h 6858001"/>
              <a:gd name="connsiteX6" fmla="*/ 3280203 w 3280203"/>
              <a:gd name="connsiteY6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80203" h="6858001">
                <a:moveTo>
                  <a:pt x="3280203" y="0"/>
                </a:moveTo>
                <a:lnTo>
                  <a:pt x="340537" y="0"/>
                </a:lnTo>
                <a:lnTo>
                  <a:pt x="282522" y="288632"/>
                </a:lnTo>
                <a:cubicBezTo>
                  <a:pt x="99749" y="1267850"/>
                  <a:pt x="0" y="2325575"/>
                  <a:pt x="0" y="3429002"/>
                </a:cubicBezTo>
                <a:cubicBezTo>
                  <a:pt x="0" y="4532430"/>
                  <a:pt x="99749" y="5590155"/>
                  <a:pt x="282522" y="6569372"/>
                </a:cubicBezTo>
                <a:lnTo>
                  <a:pt x="340536" y="6858001"/>
                </a:lnTo>
                <a:lnTo>
                  <a:pt x="3280203" y="68580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BBBB2B86-D6AD-E288-2FAF-2DE8C38E3E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063" y="3564892"/>
            <a:ext cx="5756588" cy="61330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spcBef>
                <a:spcPts val="0"/>
              </a:spcBef>
              <a:buNone/>
              <a:defRPr sz="4400" b="1" i="0" spc="-15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</a:lstStyle>
          <a:p>
            <a:pPr lvl="0"/>
            <a:r>
              <a:rPr lang="en-GB"/>
              <a:t>Presentation title</a:t>
            </a:r>
            <a:endParaRPr lang="en-PL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354137E-EA71-3FB0-AD53-8E33F0F9A7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9063" y="4310063"/>
            <a:ext cx="5756588" cy="33451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Presentation subtitle</a:t>
            </a:r>
            <a:endParaRPr lang="en-PL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EC21CDA-5653-8B17-8D6E-604EA71D65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9063" y="5962049"/>
            <a:ext cx="5756588" cy="22301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buNone/>
              <a:defRPr sz="1600" b="0" i="0">
                <a:solidFill>
                  <a:schemeClr val="bg1">
                    <a:alpha val="60000"/>
                  </a:schemeClr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PL"/>
              <a:t>Optional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8417BC-594A-601C-E65E-E3E18AE508F1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 dirty="0">
                <a:solidFill>
                  <a:schemeClr val="tx2"/>
                </a:solidFill>
                <a:latin typeface="Aptos" panose="020B0004020202020204" pitchFamily="34" charset="0"/>
              </a:rPr>
              <a:t>Proprietary + Confidential</a:t>
            </a:r>
            <a:endParaRPr lang="en-PL" sz="1200" dirty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702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C7DE78A3-3D17-3D15-9174-6263B9016A21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1056000" y="1102086"/>
            <a:ext cx="10440001" cy="4998264"/>
          </a:xfrm>
          <a:custGeom>
            <a:avLst/>
            <a:gdLst>
              <a:gd name="connsiteX0" fmla="*/ 269247 w 10440001"/>
              <a:gd name="connsiteY0" fmla="*/ 0 h 4998264"/>
              <a:gd name="connsiteX1" fmla="*/ 10170754 w 10440001"/>
              <a:gd name="connsiteY1" fmla="*/ 0 h 4998264"/>
              <a:gd name="connsiteX2" fmla="*/ 10440001 w 10440001"/>
              <a:gd name="connsiteY2" fmla="*/ 269247 h 4998264"/>
              <a:gd name="connsiteX3" fmla="*/ 10440001 w 10440001"/>
              <a:gd name="connsiteY3" fmla="*/ 3751169 h 4998264"/>
              <a:gd name="connsiteX4" fmla="*/ 10225017 w 10440001"/>
              <a:gd name="connsiteY4" fmla="*/ 4014946 h 4998264"/>
              <a:gd name="connsiteX5" fmla="*/ 10189250 w 10440001"/>
              <a:gd name="connsiteY5" fmla="*/ 4018552 h 4998264"/>
              <a:gd name="connsiteX6" fmla="*/ 10189006 w 10440001"/>
              <a:gd name="connsiteY6" fmla="*/ 4042961 h 4998264"/>
              <a:gd name="connsiteX7" fmla="*/ 295708 w 10440001"/>
              <a:gd name="connsiteY7" fmla="*/ 4998264 h 4998264"/>
              <a:gd name="connsiteX8" fmla="*/ 283525 w 10440001"/>
              <a:gd name="connsiteY8" fmla="*/ 4998264 h 4998264"/>
              <a:gd name="connsiteX9" fmla="*/ 0 w 10440001"/>
              <a:gd name="connsiteY9" fmla="*/ 4714740 h 4998264"/>
              <a:gd name="connsiteX10" fmla="*/ 187 w 10440001"/>
              <a:gd name="connsiteY10" fmla="*/ 4712883 h 4998264"/>
              <a:gd name="connsiteX11" fmla="*/ 0 w 10440001"/>
              <a:gd name="connsiteY11" fmla="*/ 4712883 h 4998264"/>
              <a:gd name="connsiteX12" fmla="*/ 0 w 10440001"/>
              <a:gd name="connsiteY12" fmla="*/ 3751169 h 4998264"/>
              <a:gd name="connsiteX13" fmla="*/ 0 w 10440001"/>
              <a:gd name="connsiteY13" fmla="*/ 3407983 h 4998264"/>
              <a:gd name="connsiteX14" fmla="*/ 0 w 10440001"/>
              <a:gd name="connsiteY14" fmla="*/ 269247 h 4998264"/>
              <a:gd name="connsiteX15" fmla="*/ 269247 w 10440001"/>
              <a:gd name="connsiteY15" fmla="*/ 0 h 4998264"/>
              <a:gd name="connsiteX0" fmla="*/ 269247 w 10440001"/>
              <a:gd name="connsiteY0" fmla="*/ 0 h 4998264"/>
              <a:gd name="connsiteX1" fmla="*/ 10170754 w 10440001"/>
              <a:gd name="connsiteY1" fmla="*/ 0 h 4998264"/>
              <a:gd name="connsiteX2" fmla="*/ 10440001 w 10440001"/>
              <a:gd name="connsiteY2" fmla="*/ 269247 h 4998264"/>
              <a:gd name="connsiteX3" fmla="*/ 10440001 w 10440001"/>
              <a:gd name="connsiteY3" fmla="*/ 3751169 h 4998264"/>
              <a:gd name="connsiteX4" fmla="*/ 10225017 w 10440001"/>
              <a:gd name="connsiteY4" fmla="*/ 4014946 h 4998264"/>
              <a:gd name="connsiteX5" fmla="*/ 10189250 w 10440001"/>
              <a:gd name="connsiteY5" fmla="*/ 4018552 h 4998264"/>
              <a:gd name="connsiteX6" fmla="*/ 295708 w 10440001"/>
              <a:gd name="connsiteY6" fmla="*/ 4998264 h 4998264"/>
              <a:gd name="connsiteX7" fmla="*/ 283525 w 10440001"/>
              <a:gd name="connsiteY7" fmla="*/ 4998264 h 4998264"/>
              <a:gd name="connsiteX8" fmla="*/ 0 w 10440001"/>
              <a:gd name="connsiteY8" fmla="*/ 4714740 h 4998264"/>
              <a:gd name="connsiteX9" fmla="*/ 187 w 10440001"/>
              <a:gd name="connsiteY9" fmla="*/ 4712883 h 4998264"/>
              <a:gd name="connsiteX10" fmla="*/ 0 w 10440001"/>
              <a:gd name="connsiteY10" fmla="*/ 4712883 h 4998264"/>
              <a:gd name="connsiteX11" fmla="*/ 0 w 10440001"/>
              <a:gd name="connsiteY11" fmla="*/ 3751169 h 4998264"/>
              <a:gd name="connsiteX12" fmla="*/ 0 w 10440001"/>
              <a:gd name="connsiteY12" fmla="*/ 3407983 h 4998264"/>
              <a:gd name="connsiteX13" fmla="*/ 0 w 10440001"/>
              <a:gd name="connsiteY13" fmla="*/ 269247 h 4998264"/>
              <a:gd name="connsiteX14" fmla="*/ 269247 w 10440001"/>
              <a:gd name="connsiteY14" fmla="*/ 0 h 4998264"/>
              <a:gd name="connsiteX0" fmla="*/ 269247 w 10440001"/>
              <a:gd name="connsiteY0" fmla="*/ 0 h 4998264"/>
              <a:gd name="connsiteX1" fmla="*/ 10170754 w 10440001"/>
              <a:gd name="connsiteY1" fmla="*/ 0 h 4998264"/>
              <a:gd name="connsiteX2" fmla="*/ 10440001 w 10440001"/>
              <a:gd name="connsiteY2" fmla="*/ 269247 h 4998264"/>
              <a:gd name="connsiteX3" fmla="*/ 10440001 w 10440001"/>
              <a:gd name="connsiteY3" fmla="*/ 3751169 h 4998264"/>
              <a:gd name="connsiteX4" fmla="*/ 10225017 w 10440001"/>
              <a:gd name="connsiteY4" fmla="*/ 4014946 h 4998264"/>
              <a:gd name="connsiteX5" fmla="*/ 295708 w 10440001"/>
              <a:gd name="connsiteY5" fmla="*/ 4998264 h 4998264"/>
              <a:gd name="connsiteX6" fmla="*/ 283525 w 10440001"/>
              <a:gd name="connsiteY6" fmla="*/ 4998264 h 4998264"/>
              <a:gd name="connsiteX7" fmla="*/ 0 w 10440001"/>
              <a:gd name="connsiteY7" fmla="*/ 4714740 h 4998264"/>
              <a:gd name="connsiteX8" fmla="*/ 187 w 10440001"/>
              <a:gd name="connsiteY8" fmla="*/ 4712883 h 4998264"/>
              <a:gd name="connsiteX9" fmla="*/ 0 w 10440001"/>
              <a:gd name="connsiteY9" fmla="*/ 4712883 h 4998264"/>
              <a:gd name="connsiteX10" fmla="*/ 0 w 10440001"/>
              <a:gd name="connsiteY10" fmla="*/ 3751169 h 4998264"/>
              <a:gd name="connsiteX11" fmla="*/ 0 w 10440001"/>
              <a:gd name="connsiteY11" fmla="*/ 3407983 h 4998264"/>
              <a:gd name="connsiteX12" fmla="*/ 0 w 10440001"/>
              <a:gd name="connsiteY12" fmla="*/ 269247 h 4998264"/>
              <a:gd name="connsiteX13" fmla="*/ 269247 w 10440001"/>
              <a:gd name="connsiteY13" fmla="*/ 0 h 499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440001" h="4998264">
                <a:moveTo>
                  <a:pt x="269247" y="0"/>
                </a:moveTo>
                <a:lnTo>
                  <a:pt x="10170754" y="0"/>
                </a:lnTo>
                <a:cubicBezTo>
                  <a:pt x="10319455" y="0"/>
                  <a:pt x="10440001" y="120546"/>
                  <a:pt x="10440001" y="269247"/>
                </a:cubicBezTo>
                <a:lnTo>
                  <a:pt x="10440001" y="3751169"/>
                </a:lnTo>
                <a:cubicBezTo>
                  <a:pt x="10440001" y="3881283"/>
                  <a:pt x="10347708" y="3989840"/>
                  <a:pt x="10225017" y="4014946"/>
                </a:cubicBezTo>
                <a:lnTo>
                  <a:pt x="295708" y="4998264"/>
                </a:lnTo>
                <a:lnTo>
                  <a:pt x="283525" y="4998264"/>
                </a:lnTo>
                <a:cubicBezTo>
                  <a:pt x="126938" y="4998264"/>
                  <a:pt x="0" y="4871326"/>
                  <a:pt x="0" y="4714740"/>
                </a:cubicBezTo>
                <a:cubicBezTo>
                  <a:pt x="63" y="4714121"/>
                  <a:pt x="125" y="4713502"/>
                  <a:pt x="187" y="4712883"/>
                </a:cubicBezTo>
                <a:lnTo>
                  <a:pt x="0" y="4712883"/>
                </a:lnTo>
                <a:lnTo>
                  <a:pt x="0" y="3751169"/>
                </a:lnTo>
                <a:lnTo>
                  <a:pt x="0" y="3407983"/>
                </a:lnTo>
                <a:lnTo>
                  <a:pt x="0" y="269247"/>
                </a:lnTo>
                <a:cubicBezTo>
                  <a:pt x="0" y="120546"/>
                  <a:pt x="120546" y="0"/>
                  <a:pt x="26924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506AB65-F520-13DA-903E-8A50C2FF76F8}"/>
              </a:ext>
            </a:extLst>
          </p:cNvPr>
          <p:cNvSpPr>
            <a:spLocks noChangeAspect="1"/>
          </p:cNvSpPr>
          <p:nvPr userDrawn="1"/>
        </p:nvSpPr>
        <p:spPr>
          <a:xfrm>
            <a:off x="695999" y="757650"/>
            <a:ext cx="10440001" cy="4998264"/>
          </a:xfrm>
          <a:custGeom>
            <a:avLst/>
            <a:gdLst>
              <a:gd name="connsiteX0" fmla="*/ 269247 w 10440001"/>
              <a:gd name="connsiteY0" fmla="*/ 0 h 4998264"/>
              <a:gd name="connsiteX1" fmla="*/ 10170754 w 10440001"/>
              <a:gd name="connsiteY1" fmla="*/ 0 h 4998264"/>
              <a:gd name="connsiteX2" fmla="*/ 10440001 w 10440001"/>
              <a:gd name="connsiteY2" fmla="*/ 269247 h 4998264"/>
              <a:gd name="connsiteX3" fmla="*/ 10440001 w 10440001"/>
              <a:gd name="connsiteY3" fmla="*/ 3751169 h 4998264"/>
              <a:gd name="connsiteX4" fmla="*/ 10225017 w 10440001"/>
              <a:gd name="connsiteY4" fmla="*/ 4014946 h 4998264"/>
              <a:gd name="connsiteX5" fmla="*/ 10189250 w 10440001"/>
              <a:gd name="connsiteY5" fmla="*/ 4018552 h 4998264"/>
              <a:gd name="connsiteX6" fmla="*/ 10189006 w 10440001"/>
              <a:gd name="connsiteY6" fmla="*/ 4042961 h 4998264"/>
              <a:gd name="connsiteX7" fmla="*/ 295708 w 10440001"/>
              <a:gd name="connsiteY7" fmla="*/ 4998264 h 4998264"/>
              <a:gd name="connsiteX8" fmla="*/ 283525 w 10440001"/>
              <a:gd name="connsiteY8" fmla="*/ 4998264 h 4998264"/>
              <a:gd name="connsiteX9" fmla="*/ 0 w 10440001"/>
              <a:gd name="connsiteY9" fmla="*/ 4714740 h 4998264"/>
              <a:gd name="connsiteX10" fmla="*/ 187 w 10440001"/>
              <a:gd name="connsiteY10" fmla="*/ 4712883 h 4998264"/>
              <a:gd name="connsiteX11" fmla="*/ 0 w 10440001"/>
              <a:gd name="connsiteY11" fmla="*/ 4712883 h 4998264"/>
              <a:gd name="connsiteX12" fmla="*/ 0 w 10440001"/>
              <a:gd name="connsiteY12" fmla="*/ 3751169 h 4998264"/>
              <a:gd name="connsiteX13" fmla="*/ 0 w 10440001"/>
              <a:gd name="connsiteY13" fmla="*/ 3407983 h 4998264"/>
              <a:gd name="connsiteX14" fmla="*/ 0 w 10440001"/>
              <a:gd name="connsiteY14" fmla="*/ 269247 h 4998264"/>
              <a:gd name="connsiteX15" fmla="*/ 269247 w 10440001"/>
              <a:gd name="connsiteY15" fmla="*/ 0 h 4998264"/>
              <a:gd name="connsiteX0" fmla="*/ 269247 w 10440001"/>
              <a:gd name="connsiteY0" fmla="*/ 0 h 4998264"/>
              <a:gd name="connsiteX1" fmla="*/ 10170754 w 10440001"/>
              <a:gd name="connsiteY1" fmla="*/ 0 h 4998264"/>
              <a:gd name="connsiteX2" fmla="*/ 10440001 w 10440001"/>
              <a:gd name="connsiteY2" fmla="*/ 269247 h 4998264"/>
              <a:gd name="connsiteX3" fmla="*/ 10440001 w 10440001"/>
              <a:gd name="connsiteY3" fmla="*/ 3751169 h 4998264"/>
              <a:gd name="connsiteX4" fmla="*/ 10225017 w 10440001"/>
              <a:gd name="connsiteY4" fmla="*/ 4014946 h 4998264"/>
              <a:gd name="connsiteX5" fmla="*/ 10189250 w 10440001"/>
              <a:gd name="connsiteY5" fmla="*/ 4018552 h 4998264"/>
              <a:gd name="connsiteX6" fmla="*/ 295708 w 10440001"/>
              <a:gd name="connsiteY6" fmla="*/ 4998264 h 4998264"/>
              <a:gd name="connsiteX7" fmla="*/ 283525 w 10440001"/>
              <a:gd name="connsiteY7" fmla="*/ 4998264 h 4998264"/>
              <a:gd name="connsiteX8" fmla="*/ 0 w 10440001"/>
              <a:gd name="connsiteY8" fmla="*/ 4714740 h 4998264"/>
              <a:gd name="connsiteX9" fmla="*/ 187 w 10440001"/>
              <a:gd name="connsiteY9" fmla="*/ 4712883 h 4998264"/>
              <a:gd name="connsiteX10" fmla="*/ 0 w 10440001"/>
              <a:gd name="connsiteY10" fmla="*/ 4712883 h 4998264"/>
              <a:gd name="connsiteX11" fmla="*/ 0 w 10440001"/>
              <a:gd name="connsiteY11" fmla="*/ 3751169 h 4998264"/>
              <a:gd name="connsiteX12" fmla="*/ 0 w 10440001"/>
              <a:gd name="connsiteY12" fmla="*/ 3407983 h 4998264"/>
              <a:gd name="connsiteX13" fmla="*/ 0 w 10440001"/>
              <a:gd name="connsiteY13" fmla="*/ 269247 h 4998264"/>
              <a:gd name="connsiteX14" fmla="*/ 269247 w 10440001"/>
              <a:gd name="connsiteY14" fmla="*/ 0 h 4998264"/>
              <a:gd name="connsiteX0" fmla="*/ 269247 w 10440001"/>
              <a:gd name="connsiteY0" fmla="*/ 0 h 4998264"/>
              <a:gd name="connsiteX1" fmla="*/ 10170754 w 10440001"/>
              <a:gd name="connsiteY1" fmla="*/ 0 h 4998264"/>
              <a:gd name="connsiteX2" fmla="*/ 10440001 w 10440001"/>
              <a:gd name="connsiteY2" fmla="*/ 269247 h 4998264"/>
              <a:gd name="connsiteX3" fmla="*/ 10440001 w 10440001"/>
              <a:gd name="connsiteY3" fmla="*/ 3751169 h 4998264"/>
              <a:gd name="connsiteX4" fmla="*/ 10225017 w 10440001"/>
              <a:gd name="connsiteY4" fmla="*/ 4014946 h 4998264"/>
              <a:gd name="connsiteX5" fmla="*/ 295708 w 10440001"/>
              <a:gd name="connsiteY5" fmla="*/ 4998264 h 4998264"/>
              <a:gd name="connsiteX6" fmla="*/ 283525 w 10440001"/>
              <a:gd name="connsiteY6" fmla="*/ 4998264 h 4998264"/>
              <a:gd name="connsiteX7" fmla="*/ 0 w 10440001"/>
              <a:gd name="connsiteY7" fmla="*/ 4714740 h 4998264"/>
              <a:gd name="connsiteX8" fmla="*/ 187 w 10440001"/>
              <a:gd name="connsiteY8" fmla="*/ 4712883 h 4998264"/>
              <a:gd name="connsiteX9" fmla="*/ 0 w 10440001"/>
              <a:gd name="connsiteY9" fmla="*/ 4712883 h 4998264"/>
              <a:gd name="connsiteX10" fmla="*/ 0 w 10440001"/>
              <a:gd name="connsiteY10" fmla="*/ 3751169 h 4998264"/>
              <a:gd name="connsiteX11" fmla="*/ 0 w 10440001"/>
              <a:gd name="connsiteY11" fmla="*/ 3407983 h 4998264"/>
              <a:gd name="connsiteX12" fmla="*/ 0 w 10440001"/>
              <a:gd name="connsiteY12" fmla="*/ 269247 h 4998264"/>
              <a:gd name="connsiteX13" fmla="*/ 269247 w 10440001"/>
              <a:gd name="connsiteY13" fmla="*/ 0 h 499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440001" h="4998264">
                <a:moveTo>
                  <a:pt x="269247" y="0"/>
                </a:moveTo>
                <a:lnTo>
                  <a:pt x="10170754" y="0"/>
                </a:lnTo>
                <a:cubicBezTo>
                  <a:pt x="10319455" y="0"/>
                  <a:pt x="10440001" y="120546"/>
                  <a:pt x="10440001" y="269247"/>
                </a:cubicBezTo>
                <a:lnTo>
                  <a:pt x="10440001" y="3751169"/>
                </a:lnTo>
                <a:cubicBezTo>
                  <a:pt x="10440001" y="3881283"/>
                  <a:pt x="10347708" y="3989840"/>
                  <a:pt x="10225017" y="4014946"/>
                </a:cubicBezTo>
                <a:lnTo>
                  <a:pt x="295708" y="4998264"/>
                </a:lnTo>
                <a:lnTo>
                  <a:pt x="283525" y="4998264"/>
                </a:lnTo>
                <a:cubicBezTo>
                  <a:pt x="126938" y="4998264"/>
                  <a:pt x="0" y="4871326"/>
                  <a:pt x="0" y="4714740"/>
                </a:cubicBezTo>
                <a:cubicBezTo>
                  <a:pt x="63" y="4714121"/>
                  <a:pt x="125" y="4713502"/>
                  <a:pt x="187" y="4712883"/>
                </a:cubicBezTo>
                <a:lnTo>
                  <a:pt x="0" y="4712883"/>
                </a:lnTo>
                <a:lnTo>
                  <a:pt x="0" y="3751169"/>
                </a:lnTo>
                <a:lnTo>
                  <a:pt x="0" y="3407983"/>
                </a:lnTo>
                <a:lnTo>
                  <a:pt x="0" y="269247"/>
                </a:lnTo>
                <a:cubicBezTo>
                  <a:pt x="0" y="120546"/>
                  <a:pt x="120546" y="0"/>
                  <a:pt x="26924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ctr"/>
            <a:endParaRPr lang="en-PL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FBEDD64-4C04-481B-BC97-ADDC157CD8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77029" y="1450748"/>
            <a:ext cx="9051022" cy="61330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spcBef>
                <a:spcPts val="0"/>
              </a:spcBef>
              <a:buNone/>
              <a:defRPr sz="4400" b="1" i="0" spc="-15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</a:lstStyle>
          <a:p>
            <a:pPr lvl="0"/>
            <a:r>
              <a:rPr lang="en-GB"/>
              <a:t>Title of the chapter</a:t>
            </a:r>
            <a:endParaRPr lang="en-P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80E270-D831-5174-54C0-73B3B31F4AF2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Proprietary + Confidential</a:t>
            </a:r>
            <a:endParaRPr lang="en-PL" sz="1200" dirty="0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01675D-A03D-35CA-B38D-E9292A23A157}"/>
              </a:ext>
            </a:extLst>
          </p:cNvPr>
          <p:cNvSpPr txBox="1"/>
          <p:nvPr userDrawn="1"/>
        </p:nvSpPr>
        <p:spPr>
          <a:xfrm>
            <a:off x="11338907" y="6392597"/>
            <a:ext cx="157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BF891274-0C81-E04F-B4EE-3C561D46BB74}" type="slidenum">
              <a:rPr lang="en-GB" sz="1200" smtClean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pPr algn="r"/>
              <a:t>‹#›</a:t>
            </a:fld>
            <a:endParaRPr lang="en-PL" sz="1200" dirty="0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5042C07-4FA4-A118-65A8-DF294FCD10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283500" y="5395901"/>
            <a:ext cx="18525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153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3D0EAA1B-96B0-442D-9AA0-7B93F88968B9}"/>
              </a:ext>
            </a:extLst>
          </p:cNvPr>
          <p:cNvSpPr/>
          <p:nvPr userDrawn="1"/>
        </p:nvSpPr>
        <p:spPr>
          <a:xfrm flipH="1">
            <a:off x="0" y="0"/>
            <a:ext cx="3280203" cy="6858001"/>
          </a:xfrm>
          <a:custGeom>
            <a:avLst/>
            <a:gdLst>
              <a:gd name="connsiteX0" fmla="*/ 3280203 w 3280203"/>
              <a:gd name="connsiteY0" fmla="*/ 0 h 6858001"/>
              <a:gd name="connsiteX1" fmla="*/ 340537 w 3280203"/>
              <a:gd name="connsiteY1" fmla="*/ 0 h 6858001"/>
              <a:gd name="connsiteX2" fmla="*/ 282522 w 3280203"/>
              <a:gd name="connsiteY2" fmla="*/ 288632 h 6858001"/>
              <a:gd name="connsiteX3" fmla="*/ 0 w 3280203"/>
              <a:gd name="connsiteY3" fmla="*/ 3429002 h 6858001"/>
              <a:gd name="connsiteX4" fmla="*/ 282522 w 3280203"/>
              <a:gd name="connsiteY4" fmla="*/ 6569372 h 6858001"/>
              <a:gd name="connsiteX5" fmla="*/ 340536 w 3280203"/>
              <a:gd name="connsiteY5" fmla="*/ 6858001 h 6858001"/>
              <a:gd name="connsiteX6" fmla="*/ 3280203 w 3280203"/>
              <a:gd name="connsiteY6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80203" h="6858001">
                <a:moveTo>
                  <a:pt x="3280203" y="0"/>
                </a:moveTo>
                <a:lnTo>
                  <a:pt x="340537" y="0"/>
                </a:lnTo>
                <a:lnTo>
                  <a:pt x="282522" y="288632"/>
                </a:lnTo>
                <a:cubicBezTo>
                  <a:pt x="99749" y="1267850"/>
                  <a:pt x="0" y="2325575"/>
                  <a:pt x="0" y="3429002"/>
                </a:cubicBezTo>
                <a:cubicBezTo>
                  <a:pt x="0" y="4532430"/>
                  <a:pt x="99749" y="5590155"/>
                  <a:pt x="282522" y="6569372"/>
                </a:cubicBezTo>
                <a:lnTo>
                  <a:pt x="340536" y="6858001"/>
                </a:lnTo>
                <a:lnTo>
                  <a:pt x="3280203" y="6858001"/>
                </a:lnTo>
                <a:close/>
              </a:path>
            </a:pathLst>
          </a:custGeom>
          <a:solidFill>
            <a:srgbClr val="00BB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1318469-5331-508F-6570-0F8E1A96E5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063" y="461962"/>
            <a:ext cx="8916988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b="1" i="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</a:lstStyle>
          <a:p>
            <a:pPr lvl="0"/>
            <a:r>
              <a:rPr lang="en-GB"/>
              <a:t>Slide title</a:t>
            </a:r>
            <a:endParaRPr lang="en-P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C6A549-072D-EFE8-23D4-AEA637B41AD6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 panose="020B0004020202020204" pitchFamily="34" charset="0"/>
              </a:rPr>
              <a:t>Proprietary + Confidential</a:t>
            </a:r>
            <a:endParaRPr lang="en-PL" sz="1200" dirty="0">
              <a:solidFill>
                <a:schemeClr val="accent1">
                  <a:lumMod val="40000"/>
                  <a:lumOff val="6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A818CA-8B63-D866-CE06-ED4092597DAD}"/>
              </a:ext>
            </a:extLst>
          </p:cNvPr>
          <p:cNvSpPr txBox="1"/>
          <p:nvPr userDrawn="1"/>
        </p:nvSpPr>
        <p:spPr>
          <a:xfrm>
            <a:off x="11338907" y="6392597"/>
            <a:ext cx="157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BF891274-0C81-E04F-B4EE-3C561D46BB74}" type="slidenum">
              <a:rPr lang="en-GB" sz="1200" smtClean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pPr algn="r"/>
              <a:t>‹#›</a:t>
            </a:fld>
            <a:endParaRPr lang="en-PL" sz="1200" dirty="0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A2C7709-6F16-00E0-51DF-96FC6276C5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643499" y="461962"/>
            <a:ext cx="18525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875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0F7992-C356-133B-3FB9-5E477046FD57}"/>
              </a:ext>
            </a:extLst>
          </p:cNvPr>
          <p:cNvSpPr/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FB7A82-04CD-9056-C11E-5D42E4EF5026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Proprietary + Confidential</a:t>
            </a:r>
            <a:endParaRPr lang="en-PL" sz="1200" dirty="0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5668AD-009D-60BD-EEE6-1D5F16F7AE68}"/>
              </a:ext>
            </a:extLst>
          </p:cNvPr>
          <p:cNvSpPr txBox="1"/>
          <p:nvPr userDrawn="1"/>
        </p:nvSpPr>
        <p:spPr>
          <a:xfrm>
            <a:off x="11338907" y="6392597"/>
            <a:ext cx="157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BF891274-0C81-E04F-B4EE-3C561D46BB74}" type="slidenum">
              <a:rPr lang="en-GB" sz="1200" smtClean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pPr algn="r"/>
              <a:t>‹#›</a:t>
            </a:fld>
            <a:endParaRPr lang="en-PL" sz="1200" dirty="0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5A6A324-3D9A-CD95-978D-59598A4819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643499" y="461962"/>
            <a:ext cx="18525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678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1318469-5331-508F-6570-0F8E1A96E5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063" y="461962"/>
            <a:ext cx="8916988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b="1" i="0">
                <a:latin typeface="Aptos ExtraBold" panose="020B0004020202020204" pitchFamily="34" charset="0"/>
              </a:defRPr>
            </a:lvl1pPr>
          </a:lstStyle>
          <a:p>
            <a:pPr lvl="0"/>
            <a:r>
              <a:rPr lang="en-GB"/>
              <a:t>Slide title</a:t>
            </a:r>
            <a:endParaRPr lang="en-P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0F7992-C356-133B-3FB9-5E477046FD57}"/>
              </a:ext>
            </a:extLst>
          </p:cNvPr>
          <p:cNvSpPr/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129ECE-A26C-DB15-79B9-5DBA1DAD55A0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Proprietary + Confidential</a:t>
            </a:r>
            <a:endParaRPr lang="en-PL" sz="1200" dirty="0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D76641-05E3-4A45-D4B9-EBA7BC74ADD1}"/>
              </a:ext>
            </a:extLst>
          </p:cNvPr>
          <p:cNvSpPr txBox="1"/>
          <p:nvPr userDrawn="1"/>
        </p:nvSpPr>
        <p:spPr>
          <a:xfrm>
            <a:off x="11338907" y="6392597"/>
            <a:ext cx="157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BF891274-0C81-E04F-B4EE-3C561D46BB74}" type="slidenum">
              <a:rPr lang="en-GB" sz="1200" smtClean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pPr algn="r"/>
              <a:t>‹#›</a:t>
            </a:fld>
            <a:endParaRPr lang="en-PL" sz="1200" dirty="0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4DC06BC-7E6F-78BF-C766-0B58CFCEB2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643499" y="461962"/>
            <a:ext cx="18525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059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BACKGROUND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CBA309CC-B263-D6A4-263E-D7131C08D1AC}"/>
              </a:ext>
            </a:extLst>
          </p:cNvPr>
          <p:cNvSpPr/>
          <p:nvPr userDrawn="1"/>
        </p:nvSpPr>
        <p:spPr>
          <a:xfrm rot="5400000" flipH="1">
            <a:off x="5448000" y="-5448003"/>
            <a:ext cx="1296000" cy="12192002"/>
          </a:xfrm>
          <a:custGeom>
            <a:avLst/>
            <a:gdLst>
              <a:gd name="connsiteX0" fmla="*/ 3280203 w 3280203"/>
              <a:gd name="connsiteY0" fmla="*/ 0 h 6858001"/>
              <a:gd name="connsiteX1" fmla="*/ 340537 w 3280203"/>
              <a:gd name="connsiteY1" fmla="*/ 0 h 6858001"/>
              <a:gd name="connsiteX2" fmla="*/ 282522 w 3280203"/>
              <a:gd name="connsiteY2" fmla="*/ 288632 h 6858001"/>
              <a:gd name="connsiteX3" fmla="*/ 0 w 3280203"/>
              <a:gd name="connsiteY3" fmla="*/ 3429002 h 6858001"/>
              <a:gd name="connsiteX4" fmla="*/ 282522 w 3280203"/>
              <a:gd name="connsiteY4" fmla="*/ 6569372 h 6858001"/>
              <a:gd name="connsiteX5" fmla="*/ 340536 w 3280203"/>
              <a:gd name="connsiteY5" fmla="*/ 6858001 h 6858001"/>
              <a:gd name="connsiteX6" fmla="*/ 3280203 w 3280203"/>
              <a:gd name="connsiteY6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80203" h="6858001">
                <a:moveTo>
                  <a:pt x="3280203" y="0"/>
                </a:moveTo>
                <a:lnTo>
                  <a:pt x="340537" y="0"/>
                </a:lnTo>
                <a:lnTo>
                  <a:pt x="282522" y="288632"/>
                </a:lnTo>
                <a:cubicBezTo>
                  <a:pt x="99749" y="1267850"/>
                  <a:pt x="0" y="2325575"/>
                  <a:pt x="0" y="3429002"/>
                </a:cubicBezTo>
                <a:cubicBezTo>
                  <a:pt x="0" y="4532430"/>
                  <a:pt x="99749" y="5590155"/>
                  <a:pt x="282522" y="6569372"/>
                </a:cubicBezTo>
                <a:lnTo>
                  <a:pt x="340536" y="6858001"/>
                </a:lnTo>
                <a:lnTo>
                  <a:pt x="3280203" y="685800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09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1318469-5331-508F-6570-0F8E1A96E5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063" y="461962"/>
            <a:ext cx="8916988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b="1" i="0">
                <a:latin typeface="Aptos ExtraBold" panose="020B0004020202020204" pitchFamily="34" charset="0"/>
              </a:defRPr>
            </a:lvl1pPr>
          </a:lstStyle>
          <a:p>
            <a:pPr lvl="0"/>
            <a:r>
              <a:rPr lang="en-GB"/>
              <a:t>Slide title</a:t>
            </a:r>
            <a:endParaRPr lang="en-P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0F7992-C356-133B-3FB9-5E477046FD57}"/>
              </a:ext>
            </a:extLst>
          </p:cNvPr>
          <p:cNvSpPr/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B2140B-E260-F6E7-5E4C-384F4C7D0A43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Proprietary + Confidential</a:t>
            </a:r>
            <a:endParaRPr lang="en-PL" sz="1200" dirty="0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2B0B0A-C608-C08E-38BF-101EE5025657}"/>
              </a:ext>
            </a:extLst>
          </p:cNvPr>
          <p:cNvSpPr txBox="1"/>
          <p:nvPr userDrawn="1"/>
        </p:nvSpPr>
        <p:spPr>
          <a:xfrm>
            <a:off x="11338907" y="6392597"/>
            <a:ext cx="157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BF891274-0C81-E04F-B4EE-3C561D46BB74}" type="slidenum">
              <a:rPr lang="en-GB" sz="1200" smtClean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pPr algn="r"/>
              <a:t>‹#›</a:t>
            </a:fld>
            <a:endParaRPr lang="en-PL" sz="1200" dirty="0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E47AE92-96D1-51B2-78F3-2A32753068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643499" y="461962"/>
            <a:ext cx="18525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357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1318469-5331-508F-6570-0F8E1A96E5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063" y="461962"/>
            <a:ext cx="8916988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b="1" i="0">
                <a:latin typeface="Aptos ExtraBold" panose="020B0004020202020204" pitchFamily="34" charset="0"/>
              </a:defRPr>
            </a:lvl1pPr>
          </a:lstStyle>
          <a:p>
            <a:pPr lvl="0"/>
            <a:r>
              <a:rPr lang="en-GB"/>
              <a:t>Slide title</a:t>
            </a:r>
            <a:endParaRPr lang="en-P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0F7992-C356-133B-3FB9-5E477046FD57}"/>
              </a:ext>
            </a:extLst>
          </p:cNvPr>
          <p:cNvSpPr/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C3FBDDE-B143-0187-6425-97941EF089EB}"/>
              </a:ext>
            </a:extLst>
          </p:cNvPr>
          <p:cNvSpPr/>
          <p:nvPr userDrawn="1"/>
        </p:nvSpPr>
        <p:spPr>
          <a:xfrm>
            <a:off x="696000" y="1201003"/>
            <a:ext cx="10799999" cy="4989295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>
            <a:noFill/>
          </a:ln>
          <a:effectLst>
            <a:outerShdw blurRad="6096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386B92-BB7C-D82F-DA7D-01D207781E00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Proprietary + Confidential</a:t>
            </a:r>
            <a:endParaRPr lang="en-PL" sz="1200" dirty="0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7A84D0-0566-7EC3-C50A-8058E581AAA8}"/>
              </a:ext>
            </a:extLst>
          </p:cNvPr>
          <p:cNvSpPr txBox="1"/>
          <p:nvPr userDrawn="1"/>
        </p:nvSpPr>
        <p:spPr>
          <a:xfrm>
            <a:off x="11338907" y="6392597"/>
            <a:ext cx="157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BF891274-0C81-E04F-B4EE-3C561D46BB74}" type="slidenum">
              <a:rPr lang="en-GB" sz="1200" smtClean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pPr algn="r"/>
              <a:t>‹#›</a:t>
            </a:fld>
            <a:endParaRPr lang="en-PL" sz="1200" dirty="0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30649E2-F09B-B976-9F60-A9A84916F3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643499" y="461962"/>
            <a:ext cx="18525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334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1318469-5331-508F-6570-0F8E1A96E5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063" y="461962"/>
            <a:ext cx="8916988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b="1" i="0">
                <a:latin typeface="Aptos ExtraBold" panose="020B0004020202020204" pitchFamily="34" charset="0"/>
              </a:defRPr>
            </a:lvl1pPr>
          </a:lstStyle>
          <a:p>
            <a:pPr lvl="0"/>
            <a:r>
              <a:rPr lang="en-GB"/>
              <a:t>Slide title</a:t>
            </a:r>
            <a:endParaRPr lang="en-P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0F7992-C356-133B-3FB9-5E477046FD57}"/>
              </a:ext>
            </a:extLst>
          </p:cNvPr>
          <p:cNvSpPr/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C3290AD-3E23-BF6C-0C09-B674C6C1D949}"/>
              </a:ext>
            </a:extLst>
          </p:cNvPr>
          <p:cNvSpPr/>
          <p:nvPr userDrawn="1"/>
        </p:nvSpPr>
        <p:spPr>
          <a:xfrm>
            <a:off x="6455999" y="1201003"/>
            <a:ext cx="5040000" cy="4989295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>
            <a:noFill/>
          </a:ln>
          <a:effectLst>
            <a:outerShdw blurRad="6096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446B52-334E-A108-8AFC-161013AD57E2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Proprietary + Confidential</a:t>
            </a:r>
            <a:endParaRPr lang="en-PL" sz="1200" dirty="0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CEC318-1B85-7B93-DBF9-D3723AE252BF}"/>
              </a:ext>
            </a:extLst>
          </p:cNvPr>
          <p:cNvSpPr txBox="1"/>
          <p:nvPr userDrawn="1"/>
        </p:nvSpPr>
        <p:spPr>
          <a:xfrm>
            <a:off x="11338907" y="6392597"/>
            <a:ext cx="157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BF891274-0C81-E04F-B4EE-3C561D46BB74}" type="slidenum">
              <a:rPr lang="en-GB" sz="1200" smtClean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pPr algn="r"/>
              <a:t>‹#›</a:t>
            </a:fld>
            <a:endParaRPr lang="en-PL" sz="1200" dirty="0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F657800-9CC5-8E64-8855-4DE774A67A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643499" y="461962"/>
            <a:ext cx="18525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217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/ WHI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5368A0AE-451F-A9F1-C282-D07E40783076}"/>
              </a:ext>
            </a:extLst>
          </p:cNvPr>
          <p:cNvSpPr/>
          <p:nvPr userDrawn="1"/>
        </p:nvSpPr>
        <p:spPr>
          <a:xfrm>
            <a:off x="6096000" y="-3"/>
            <a:ext cx="6096000" cy="6858001"/>
          </a:xfrm>
          <a:custGeom>
            <a:avLst/>
            <a:gdLst>
              <a:gd name="connsiteX0" fmla="*/ 315992 w 6096002"/>
              <a:gd name="connsiteY0" fmla="*/ 0 h 6858001"/>
              <a:gd name="connsiteX1" fmla="*/ 6096002 w 6096002"/>
              <a:gd name="connsiteY1" fmla="*/ 0 h 6858001"/>
              <a:gd name="connsiteX2" fmla="*/ 6096002 w 6096002"/>
              <a:gd name="connsiteY2" fmla="*/ 6858001 h 6858001"/>
              <a:gd name="connsiteX3" fmla="*/ 315991 w 6096002"/>
              <a:gd name="connsiteY3" fmla="*/ 6858001 h 6858001"/>
              <a:gd name="connsiteX4" fmla="*/ 262159 w 6096002"/>
              <a:gd name="connsiteY4" fmla="*/ 6569372 h 6858001"/>
              <a:gd name="connsiteX5" fmla="*/ 0 w 6096002"/>
              <a:gd name="connsiteY5" fmla="*/ 3429002 h 6858001"/>
              <a:gd name="connsiteX6" fmla="*/ 262159 w 6096002"/>
              <a:gd name="connsiteY6" fmla="*/ 28863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1">
                <a:moveTo>
                  <a:pt x="315992" y="0"/>
                </a:moveTo>
                <a:lnTo>
                  <a:pt x="6096002" y="0"/>
                </a:lnTo>
                <a:lnTo>
                  <a:pt x="6096002" y="6858001"/>
                </a:lnTo>
                <a:lnTo>
                  <a:pt x="315991" y="6858001"/>
                </a:lnTo>
                <a:lnTo>
                  <a:pt x="262159" y="6569372"/>
                </a:lnTo>
                <a:cubicBezTo>
                  <a:pt x="92559" y="5590155"/>
                  <a:pt x="0" y="4532430"/>
                  <a:pt x="0" y="3429002"/>
                </a:cubicBezTo>
                <a:cubicBezTo>
                  <a:pt x="0" y="2325575"/>
                  <a:pt x="92559" y="1267850"/>
                  <a:pt x="262159" y="28863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096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1318469-5331-508F-6570-0F8E1A96E5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063" y="461962"/>
            <a:ext cx="8916988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b="1" i="0">
                <a:latin typeface="Aptos ExtraBold" panose="020B0004020202020204" pitchFamily="34" charset="0"/>
              </a:defRPr>
            </a:lvl1pPr>
          </a:lstStyle>
          <a:p>
            <a:pPr lvl="0"/>
            <a:r>
              <a:rPr lang="en-GB"/>
              <a:t>Slide title</a:t>
            </a:r>
            <a:endParaRPr lang="en-P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D58D6D-63A4-7DD9-B501-A3C70BDBEA83}"/>
              </a:ext>
            </a:extLst>
          </p:cNvPr>
          <p:cNvSpPr/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2856E8-C12D-3061-6FA2-28CE162B8A86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Proprietary + Confidential</a:t>
            </a:r>
            <a:endParaRPr lang="en-PL" sz="1200" dirty="0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0013F1-E237-1D2C-9B0B-3E4B01651E55}"/>
              </a:ext>
            </a:extLst>
          </p:cNvPr>
          <p:cNvSpPr txBox="1"/>
          <p:nvPr userDrawn="1"/>
        </p:nvSpPr>
        <p:spPr>
          <a:xfrm>
            <a:off x="11338907" y="6392597"/>
            <a:ext cx="157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BF891274-0C81-E04F-B4EE-3C561D46BB74}" type="slidenum">
              <a:rPr lang="en-GB" sz="1200" smtClean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pPr algn="r"/>
              <a:t>‹#›</a:t>
            </a:fld>
            <a:endParaRPr lang="en-PL" sz="1200" dirty="0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511BF81-015D-2413-51E3-1B8F979589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643499" y="461962"/>
            <a:ext cx="18525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054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 / WHITE">
    <p:bg>
      <p:bgPr>
        <a:gradFill>
          <a:gsLst>
            <a:gs pos="100000">
              <a:schemeClr val="tx2"/>
            </a:gs>
            <a:gs pos="0">
              <a:schemeClr val="accent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5368A0AE-451F-A9F1-C282-D07E40783076}"/>
              </a:ext>
            </a:extLst>
          </p:cNvPr>
          <p:cNvSpPr/>
          <p:nvPr userDrawn="1"/>
        </p:nvSpPr>
        <p:spPr>
          <a:xfrm>
            <a:off x="6096000" y="-3"/>
            <a:ext cx="6096000" cy="6858001"/>
          </a:xfrm>
          <a:custGeom>
            <a:avLst/>
            <a:gdLst>
              <a:gd name="connsiteX0" fmla="*/ 315992 w 6096002"/>
              <a:gd name="connsiteY0" fmla="*/ 0 h 6858001"/>
              <a:gd name="connsiteX1" fmla="*/ 6096002 w 6096002"/>
              <a:gd name="connsiteY1" fmla="*/ 0 h 6858001"/>
              <a:gd name="connsiteX2" fmla="*/ 6096002 w 6096002"/>
              <a:gd name="connsiteY2" fmla="*/ 6858001 h 6858001"/>
              <a:gd name="connsiteX3" fmla="*/ 315991 w 6096002"/>
              <a:gd name="connsiteY3" fmla="*/ 6858001 h 6858001"/>
              <a:gd name="connsiteX4" fmla="*/ 262159 w 6096002"/>
              <a:gd name="connsiteY4" fmla="*/ 6569372 h 6858001"/>
              <a:gd name="connsiteX5" fmla="*/ 0 w 6096002"/>
              <a:gd name="connsiteY5" fmla="*/ 3429002 h 6858001"/>
              <a:gd name="connsiteX6" fmla="*/ 262159 w 6096002"/>
              <a:gd name="connsiteY6" fmla="*/ 28863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1">
                <a:moveTo>
                  <a:pt x="315992" y="0"/>
                </a:moveTo>
                <a:lnTo>
                  <a:pt x="6096002" y="0"/>
                </a:lnTo>
                <a:lnTo>
                  <a:pt x="6096002" y="6858001"/>
                </a:lnTo>
                <a:lnTo>
                  <a:pt x="315991" y="6858001"/>
                </a:lnTo>
                <a:lnTo>
                  <a:pt x="262159" y="6569372"/>
                </a:lnTo>
                <a:cubicBezTo>
                  <a:pt x="92559" y="5590155"/>
                  <a:pt x="0" y="4532430"/>
                  <a:pt x="0" y="3429002"/>
                </a:cubicBezTo>
                <a:cubicBezTo>
                  <a:pt x="0" y="2325575"/>
                  <a:pt x="92559" y="1267850"/>
                  <a:pt x="262159" y="28863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096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1318469-5331-508F-6570-0F8E1A96E5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063" y="461962"/>
            <a:ext cx="8916988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b="1" i="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</a:lstStyle>
          <a:p>
            <a:pPr lvl="0"/>
            <a:r>
              <a:rPr lang="en-GB"/>
              <a:t>Slide title</a:t>
            </a:r>
            <a:endParaRPr lang="en-P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6008CD-2A77-D6F7-AA65-E84D0C24DDC5}"/>
              </a:ext>
            </a:extLst>
          </p:cNvPr>
          <p:cNvSpPr/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05EEBC-C2AF-4C44-40D6-49E51080DF46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 dirty="0">
                <a:solidFill>
                  <a:schemeClr val="tx1">
                    <a:lumMod val="25000"/>
                    <a:lumOff val="75000"/>
                  </a:schemeClr>
                </a:solidFill>
                <a:latin typeface="Aptos" panose="020B0004020202020204" pitchFamily="34" charset="0"/>
              </a:rPr>
              <a:t>Proprietary + Confidential</a:t>
            </a:r>
            <a:endParaRPr lang="en-PL" sz="1200" dirty="0">
              <a:solidFill>
                <a:schemeClr val="tx1">
                  <a:lumMod val="25000"/>
                  <a:lumOff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C1E912-6360-0418-9BAA-1D652EF3D32B}"/>
              </a:ext>
            </a:extLst>
          </p:cNvPr>
          <p:cNvSpPr txBox="1"/>
          <p:nvPr userDrawn="1"/>
        </p:nvSpPr>
        <p:spPr>
          <a:xfrm>
            <a:off x="11338907" y="6392597"/>
            <a:ext cx="157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BF891274-0C81-E04F-B4EE-3C561D46BB74}" type="slidenum">
              <a:rPr lang="en-GB" sz="1200" smtClean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pPr algn="r"/>
              <a:t>‹#›</a:t>
            </a:fld>
            <a:endParaRPr lang="en-PL" sz="1200" dirty="0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77D019D-7497-2E89-ED43-9ACFE58F66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643499" y="461962"/>
            <a:ext cx="18525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9811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BOX W.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5368A0AE-451F-A9F1-C282-D07E40783076}"/>
              </a:ext>
            </a:extLst>
          </p:cNvPr>
          <p:cNvSpPr/>
          <p:nvPr userDrawn="1"/>
        </p:nvSpPr>
        <p:spPr>
          <a:xfrm>
            <a:off x="6096000" y="0"/>
            <a:ext cx="6096000" cy="6858001"/>
          </a:xfrm>
          <a:custGeom>
            <a:avLst/>
            <a:gdLst>
              <a:gd name="connsiteX0" fmla="*/ 315992 w 6096002"/>
              <a:gd name="connsiteY0" fmla="*/ 0 h 6858001"/>
              <a:gd name="connsiteX1" fmla="*/ 6096002 w 6096002"/>
              <a:gd name="connsiteY1" fmla="*/ 0 h 6858001"/>
              <a:gd name="connsiteX2" fmla="*/ 6096002 w 6096002"/>
              <a:gd name="connsiteY2" fmla="*/ 6858001 h 6858001"/>
              <a:gd name="connsiteX3" fmla="*/ 315991 w 6096002"/>
              <a:gd name="connsiteY3" fmla="*/ 6858001 h 6858001"/>
              <a:gd name="connsiteX4" fmla="*/ 262159 w 6096002"/>
              <a:gd name="connsiteY4" fmla="*/ 6569372 h 6858001"/>
              <a:gd name="connsiteX5" fmla="*/ 0 w 6096002"/>
              <a:gd name="connsiteY5" fmla="*/ 3429002 h 6858001"/>
              <a:gd name="connsiteX6" fmla="*/ 262159 w 6096002"/>
              <a:gd name="connsiteY6" fmla="*/ 28863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1">
                <a:moveTo>
                  <a:pt x="315992" y="0"/>
                </a:moveTo>
                <a:lnTo>
                  <a:pt x="6096002" y="0"/>
                </a:lnTo>
                <a:lnTo>
                  <a:pt x="6096002" y="6858001"/>
                </a:lnTo>
                <a:lnTo>
                  <a:pt x="315991" y="6858001"/>
                </a:lnTo>
                <a:lnTo>
                  <a:pt x="262159" y="6569372"/>
                </a:lnTo>
                <a:cubicBezTo>
                  <a:pt x="92559" y="5590155"/>
                  <a:pt x="0" y="4532430"/>
                  <a:pt x="0" y="3429002"/>
                </a:cubicBezTo>
                <a:cubicBezTo>
                  <a:pt x="0" y="2325575"/>
                  <a:pt x="92559" y="1267850"/>
                  <a:pt x="262159" y="2886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6096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1318469-5331-508F-6570-0F8E1A96E5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063" y="461962"/>
            <a:ext cx="8916988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b="1" i="0">
                <a:solidFill>
                  <a:schemeClr val="tx1"/>
                </a:solidFill>
                <a:latin typeface="Aptos ExtraBold" panose="020B0004020202020204" pitchFamily="34" charset="0"/>
              </a:defRPr>
            </a:lvl1pPr>
          </a:lstStyle>
          <a:p>
            <a:pPr lvl="0"/>
            <a:r>
              <a:rPr lang="en-GB"/>
              <a:t>Slide title</a:t>
            </a:r>
            <a:endParaRPr lang="en-PL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18C8E25-7AA8-38FD-CF8E-224D9B709D76}"/>
              </a:ext>
            </a:extLst>
          </p:cNvPr>
          <p:cNvSpPr/>
          <p:nvPr userDrawn="1"/>
        </p:nvSpPr>
        <p:spPr>
          <a:xfrm>
            <a:off x="696000" y="1201003"/>
            <a:ext cx="5987433" cy="4989295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>
            <a:noFill/>
          </a:ln>
          <a:effectLst>
            <a:outerShdw blurRad="6096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79CE63-0BAA-8DAD-12D7-2E5E3407EB95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Proprietary + Confidential</a:t>
            </a:r>
            <a:endParaRPr lang="en-PL" sz="1200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10B257-ACA4-BDE1-C498-FFFF237A7CB3}"/>
              </a:ext>
            </a:extLst>
          </p:cNvPr>
          <p:cNvSpPr txBox="1"/>
          <p:nvPr userDrawn="1"/>
        </p:nvSpPr>
        <p:spPr>
          <a:xfrm>
            <a:off x="11338907" y="6392597"/>
            <a:ext cx="157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BF891274-0C81-E04F-B4EE-3C561D46BB74}" type="slidenum">
              <a:rPr lang="en-GB" sz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ptos" panose="020B0004020202020204" pitchFamily="34" charset="0"/>
              </a:rPr>
              <a:pPr algn="r"/>
              <a:t>‹#›</a:t>
            </a:fld>
            <a:endParaRPr lang="en-PL" sz="1200">
              <a:solidFill>
                <a:schemeClr val="accent1">
                  <a:lumMod val="40000"/>
                  <a:lumOff val="60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5AAC175-1791-630A-4C49-820A50C776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643499" y="461962"/>
            <a:ext cx="1852500" cy="360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1EB690D-FB8C-76ED-9CE0-6FAE364643BA}"/>
              </a:ext>
            </a:extLst>
          </p:cNvPr>
          <p:cNvSpPr/>
          <p:nvPr userDrawn="1"/>
        </p:nvSpPr>
        <p:spPr>
          <a:xfrm rot="10800000">
            <a:off x="1" y="6750000"/>
            <a:ext cx="12192000" cy="10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9404730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BOX W.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5368A0AE-451F-A9F1-C282-D07E40783076}"/>
              </a:ext>
            </a:extLst>
          </p:cNvPr>
          <p:cNvSpPr/>
          <p:nvPr userDrawn="1"/>
        </p:nvSpPr>
        <p:spPr>
          <a:xfrm>
            <a:off x="6096000" y="-3"/>
            <a:ext cx="6096000" cy="6858001"/>
          </a:xfrm>
          <a:custGeom>
            <a:avLst/>
            <a:gdLst>
              <a:gd name="connsiteX0" fmla="*/ 315992 w 6096002"/>
              <a:gd name="connsiteY0" fmla="*/ 0 h 6858001"/>
              <a:gd name="connsiteX1" fmla="*/ 6096002 w 6096002"/>
              <a:gd name="connsiteY1" fmla="*/ 0 h 6858001"/>
              <a:gd name="connsiteX2" fmla="*/ 6096002 w 6096002"/>
              <a:gd name="connsiteY2" fmla="*/ 6858001 h 6858001"/>
              <a:gd name="connsiteX3" fmla="*/ 315991 w 6096002"/>
              <a:gd name="connsiteY3" fmla="*/ 6858001 h 6858001"/>
              <a:gd name="connsiteX4" fmla="*/ 262159 w 6096002"/>
              <a:gd name="connsiteY4" fmla="*/ 6569372 h 6858001"/>
              <a:gd name="connsiteX5" fmla="*/ 0 w 6096002"/>
              <a:gd name="connsiteY5" fmla="*/ 3429002 h 6858001"/>
              <a:gd name="connsiteX6" fmla="*/ 262159 w 6096002"/>
              <a:gd name="connsiteY6" fmla="*/ 28863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1">
                <a:moveTo>
                  <a:pt x="315992" y="0"/>
                </a:moveTo>
                <a:lnTo>
                  <a:pt x="6096002" y="0"/>
                </a:lnTo>
                <a:lnTo>
                  <a:pt x="6096002" y="6858001"/>
                </a:lnTo>
                <a:lnTo>
                  <a:pt x="315991" y="6858001"/>
                </a:lnTo>
                <a:lnTo>
                  <a:pt x="262159" y="6569372"/>
                </a:lnTo>
                <a:cubicBezTo>
                  <a:pt x="92559" y="5590155"/>
                  <a:pt x="0" y="4532430"/>
                  <a:pt x="0" y="3429002"/>
                </a:cubicBezTo>
                <a:cubicBezTo>
                  <a:pt x="0" y="2325575"/>
                  <a:pt x="92559" y="1267850"/>
                  <a:pt x="262159" y="2886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6096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1318469-5331-508F-6570-0F8E1A96E5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063" y="461962"/>
            <a:ext cx="8916988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b="1" i="0">
                <a:solidFill>
                  <a:schemeClr val="tx1"/>
                </a:solidFill>
                <a:latin typeface="Aptos ExtraBold" panose="020B0004020202020204" pitchFamily="34" charset="0"/>
              </a:defRPr>
            </a:lvl1pPr>
          </a:lstStyle>
          <a:p>
            <a:pPr lvl="0"/>
            <a:r>
              <a:rPr lang="en-GB"/>
              <a:t>Slide title</a:t>
            </a:r>
            <a:endParaRPr lang="en-PL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6E58A0-C16A-B378-AF45-D456AE7C48BE}"/>
              </a:ext>
            </a:extLst>
          </p:cNvPr>
          <p:cNvSpPr/>
          <p:nvPr userDrawn="1"/>
        </p:nvSpPr>
        <p:spPr>
          <a:xfrm>
            <a:off x="696000" y="1201003"/>
            <a:ext cx="10799999" cy="4989295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>
            <a:noFill/>
          </a:ln>
          <a:effectLst>
            <a:outerShdw blurRad="6096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8A4E44-1640-2872-329C-5681D3BF5026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Proprietary + Confidential</a:t>
            </a:r>
            <a:endParaRPr lang="en-PL" sz="1200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C9D6CA-0BB5-0D74-3F63-F76B10AC929D}"/>
              </a:ext>
            </a:extLst>
          </p:cNvPr>
          <p:cNvSpPr txBox="1"/>
          <p:nvPr userDrawn="1"/>
        </p:nvSpPr>
        <p:spPr>
          <a:xfrm>
            <a:off x="11338907" y="6392597"/>
            <a:ext cx="157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BF891274-0C81-E04F-B4EE-3C561D46BB74}" type="slidenum">
              <a:rPr lang="en-GB" sz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ptos" panose="020B0004020202020204" pitchFamily="34" charset="0"/>
              </a:rPr>
              <a:pPr algn="r"/>
              <a:t>‹#›</a:t>
            </a:fld>
            <a:endParaRPr lang="en-PL" sz="1200">
              <a:solidFill>
                <a:schemeClr val="accent1">
                  <a:lumMod val="40000"/>
                  <a:lumOff val="60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B656B34-7B70-5477-0E9E-F9FB0E18A3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643499" y="461962"/>
            <a:ext cx="1852500" cy="360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E6D18C9-0EDA-5CD5-6834-D2843B4821BC}"/>
              </a:ext>
            </a:extLst>
          </p:cNvPr>
          <p:cNvSpPr/>
          <p:nvPr userDrawn="1"/>
        </p:nvSpPr>
        <p:spPr>
          <a:xfrm rot="10800000">
            <a:off x="1" y="6750000"/>
            <a:ext cx="12192000" cy="10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4270241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5368A0AE-451F-A9F1-C282-D07E40783076}"/>
              </a:ext>
            </a:extLst>
          </p:cNvPr>
          <p:cNvSpPr/>
          <p:nvPr userDrawn="1"/>
        </p:nvSpPr>
        <p:spPr>
          <a:xfrm>
            <a:off x="6096000" y="-3"/>
            <a:ext cx="6096000" cy="6858001"/>
          </a:xfrm>
          <a:custGeom>
            <a:avLst/>
            <a:gdLst>
              <a:gd name="connsiteX0" fmla="*/ 315992 w 6096002"/>
              <a:gd name="connsiteY0" fmla="*/ 0 h 6858001"/>
              <a:gd name="connsiteX1" fmla="*/ 6096002 w 6096002"/>
              <a:gd name="connsiteY1" fmla="*/ 0 h 6858001"/>
              <a:gd name="connsiteX2" fmla="*/ 6096002 w 6096002"/>
              <a:gd name="connsiteY2" fmla="*/ 6858001 h 6858001"/>
              <a:gd name="connsiteX3" fmla="*/ 315991 w 6096002"/>
              <a:gd name="connsiteY3" fmla="*/ 6858001 h 6858001"/>
              <a:gd name="connsiteX4" fmla="*/ 262159 w 6096002"/>
              <a:gd name="connsiteY4" fmla="*/ 6569372 h 6858001"/>
              <a:gd name="connsiteX5" fmla="*/ 0 w 6096002"/>
              <a:gd name="connsiteY5" fmla="*/ 3429002 h 6858001"/>
              <a:gd name="connsiteX6" fmla="*/ 262159 w 6096002"/>
              <a:gd name="connsiteY6" fmla="*/ 28863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1">
                <a:moveTo>
                  <a:pt x="315992" y="0"/>
                </a:moveTo>
                <a:lnTo>
                  <a:pt x="6096002" y="0"/>
                </a:lnTo>
                <a:lnTo>
                  <a:pt x="6096002" y="6858001"/>
                </a:lnTo>
                <a:lnTo>
                  <a:pt x="315991" y="6858001"/>
                </a:lnTo>
                <a:lnTo>
                  <a:pt x="262159" y="6569372"/>
                </a:lnTo>
                <a:cubicBezTo>
                  <a:pt x="92559" y="5590155"/>
                  <a:pt x="0" y="4532430"/>
                  <a:pt x="0" y="3429002"/>
                </a:cubicBezTo>
                <a:cubicBezTo>
                  <a:pt x="0" y="2325575"/>
                  <a:pt x="92559" y="1267850"/>
                  <a:pt x="262159" y="2886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6096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1318469-5331-508F-6570-0F8E1A96E5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063" y="461962"/>
            <a:ext cx="8916988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b="1" i="0">
                <a:solidFill>
                  <a:schemeClr val="tx1"/>
                </a:solidFill>
                <a:latin typeface="Aptos ExtraBold" panose="020B0004020202020204" pitchFamily="34" charset="0"/>
              </a:defRPr>
            </a:lvl1pPr>
          </a:lstStyle>
          <a:p>
            <a:pPr lvl="0"/>
            <a:r>
              <a:rPr lang="en-GB"/>
              <a:t>Slide title</a:t>
            </a:r>
            <a:endParaRPr lang="en-PL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D02FC2B0-53DC-E9BB-82BB-A575D85D3D96}"/>
              </a:ext>
            </a:extLst>
          </p:cNvPr>
          <p:cNvSpPr/>
          <p:nvPr userDrawn="1"/>
        </p:nvSpPr>
        <p:spPr>
          <a:xfrm>
            <a:off x="6096001" y="1201002"/>
            <a:ext cx="5399999" cy="4993200"/>
          </a:xfrm>
          <a:custGeom>
            <a:avLst/>
            <a:gdLst>
              <a:gd name="connsiteX0" fmla="*/ 130491 w 5399999"/>
              <a:gd name="connsiteY0" fmla="*/ 0 h 4989295"/>
              <a:gd name="connsiteX1" fmla="*/ 5280056 w 5399999"/>
              <a:gd name="connsiteY1" fmla="*/ 0 h 4989295"/>
              <a:gd name="connsiteX2" fmla="*/ 5399999 w 5399999"/>
              <a:gd name="connsiteY2" fmla="*/ 119943 h 4989295"/>
              <a:gd name="connsiteX3" fmla="*/ 5399999 w 5399999"/>
              <a:gd name="connsiteY3" fmla="*/ 4869352 h 4989295"/>
              <a:gd name="connsiteX4" fmla="*/ 5280056 w 5399999"/>
              <a:gd name="connsiteY4" fmla="*/ 4989295 h 4989295"/>
              <a:gd name="connsiteX5" fmla="*/ 201053 w 5399999"/>
              <a:gd name="connsiteY5" fmla="*/ 4989295 h 4989295"/>
              <a:gd name="connsiteX6" fmla="*/ 149647 w 5399999"/>
              <a:gd name="connsiteY6" fmla="*/ 4619749 h 4989295"/>
              <a:gd name="connsiteX7" fmla="*/ 0 w 5399999"/>
              <a:gd name="connsiteY7" fmla="*/ 2227999 h 4989295"/>
              <a:gd name="connsiteX8" fmla="*/ 104679 w 5399999"/>
              <a:gd name="connsiteY8" fmla="*/ 220640 h 498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99999" h="4989295">
                <a:moveTo>
                  <a:pt x="130491" y="0"/>
                </a:moveTo>
                <a:lnTo>
                  <a:pt x="5280056" y="0"/>
                </a:lnTo>
                <a:cubicBezTo>
                  <a:pt x="5346299" y="0"/>
                  <a:pt x="5399999" y="53700"/>
                  <a:pt x="5399999" y="119943"/>
                </a:cubicBezTo>
                <a:lnTo>
                  <a:pt x="5399999" y="4869352"/>
                </a:lnTo>
                <a:cubicBezTo>
                  <a:pt x="5399999" y="4935595"/>
                  <a:pt x="5346299" y="4989295"/>
                  <a:pt x="5280056" y="4989295"/>
                </a:cubicBezTo>
                <a:lnTo>
                  <a:pt x="201053" y="4989295"/>
                </a:lnTo>
                <a:lnTo>
                  <a:pt x="149647" y="4619749"/>
                </a:lnTo>
                <a:cubicBezTo>
                  <a:pt x="52065" y="3857433"/>
                  <a:pt x="0" y="3055570"/>
                  <a:pt x="0" y="2227999"/>
                </a:cubicBezTo>
                <a:cubicBezTo>
                  <a:pt x="0" y="1538357"/>
                  <a:pt x="36156" y="866568"/>
                  <a:pt x="104679" y="220640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AD612FD-EC4D-4F7C-829C-07600869FA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5999" y="1201003"/>
            <a:ext cx="5593483" cy="4993200"/>
          </a:xfrm>
          <a:custGeom>
            <a:avLst/>
            <a:gdLst>
              <a:gd name="connsiteX0" fmla="*/ 0 w 5990400"/>
              <a:gd name="connsiteY0" fmla="*/ 109002 h 4993200"/>
              <a:gd name="connsiteX1" fmla="*/ 109002 w 5990400"/>
              <a:gd name="connsiteY1" fmla="*/ 0 h 4993200"/>
              <a:gd name="connsiteX2" fmla="*/ 5881398 w 5990400"/>
              <a:gd name="connsiteY2" fmla="*/ 0 h 4993200"/>
              <a:gd name="connsiteX3" fmla="*/ 5990400 w 5990400"/>
              <a:gd name="connsiteY3" fmla="*/ 109002 h 4993200"/>
              <a:gd name="connsiteX4" fmla="*/ 5990400 w 5990400"/>
              <a:gd name="connsiteY4" fmla="*/ 4884198 h 4993200"/>
              <a:gd name="connsiteX5" fmla="*/ 5881398 w 5990400"/>
              <a:gd name="connsiteY5" fmla="*/ 4993200 h 4993200"/>
              <a:gd name="connsiteX6" fmla="*/ 109002 w 5990400"/>
              <a:gd name="connsiteY6" fmla="*/ 4993200 h 4993200"/>
              <a:gd name="connsiteX7" fmla="*/ 0 w 5990400"/>
              <a:gd name="connsiteY7" fmla="*/ 4884198 h 4993200"/>
              <a:gd name="connsiteX8" fmla="*/ 0 w 5990400"/>
              <a:gd name="connsiteY8" fmla="*/ 109002 h 4993200"/>
              <a:gd name="connsiteX0" fmla="*/ 0 w 5990400"/>
              <a:gd name="connsiteY0" fmla="*/ 109002 h 4993200"/>
              <a:gd name="connsiteX1" fmla="*/ 109002 w 5990400"/>
              <a:gd name="connsiteY1" fmla="*/ 0 h 4993200"/>
              <a:gd name="connsiteX2" fmla="*/ 5529872 w 5990400"/>
              <a:gd name="connsiteY2" fmla="*/ 3620 h 4993200"/>
              <a:gd name="connsiteX3" fmla="*/ 5881398 w 5990400"/>
              <a:gd name="connsiteY3" fmla="*/ 0 h 4993200"/>
              <a:gd name="connsiteX4" fmla="*/ 5990400 w 5990400"/>
              <a:gd name="connsiteY4" fmla="*/ 109002 h 4993200"/>
              <a:gd name="connsiteX5" fmla="*/ 5990400 w 5990400"/>
              <a:gd name="connsiteY5" fmla="*/ 4884198 h 4993200"/>
              <a:gd name="connsiteX6" fmla="*/ 5881398 w 5990400"/>
              <a:gd name="connsiteY6" fmla="*/ 4993200 h 4993200"/>
              <a:gd name="connsiteX7" fmla="*/ 109002 w 5990400"/>
              <a:gd name="connsiteY7" fmla="*/ 4993200 h 4993200"/>
              <a:gd name="connsiteX8" fmla="*/ 0 w 5990400"/>
              <a:gd name="connsiteY8" fmla="*/ 4884198 h 4993200"/>
              <a:gd name="connsiteX9" fmla="*/ 0 w 5990400"/>
              <a:gd name="connsiteY9" fmla="*/ 109002 h 4993200"/>
              <a:gd name="connsiteX0" fmla="*/ 0 w 5990400"/>
              <a:gd name="connsiteY0" fmla="*/ 109002 h 4993200"/>
              <a:gd name="connsiteX1" fmla="*/ 109002 w 5990400"/>
              <a:gd name="connsiteY1" fmla="*/ 0 h 4993200"/>
              <a:gd name="connsiteX2" fmla="*/ 5529872 w 5990400"/>
              <a:gd name="connsiteY2" fmla="*/ 3620 h 4993200"/>
              <a:gd name="connsiteX3" fmla="*/ 5881398 w 5990400"/>
              <a:gd name="connsiteY3" fmla="*/ 0 h 4993200"/>
              <a:gd name="connsiteX4" fmla="*/ 5990400 w 5990400"/>
              <a:gd name="connsiteY4" fmla="*/ 109002 h 4993200"/>
              <a:gd name="connsiteX5" fmla="*/ 5990400 w 5990400"/>
              <a:gd name="connsiteY5" fmla="*/ 4884198 h 4993200"/>
              <a:gd name="connsiteX6" fmla="*/ 5881398 w 5990400"/>
              <a:gd name="connsiteY6" fmla="*/ 4993200 h 4993200"/>
              <a:gd name="connsiteX7" fmla="*/ 5593483 w 5990400"/>
              <a:gd name="connsiteY7" fmla="*/ 4993063 h 4993200"/>
              <a:gd name="connsiteX8" fmla="*/ 109002 w 5990400"/>
              <a:gd name="connsiteY8" fmla="*/ 4993200 h 4993200"/>
              <a:gd name="connsiteX9" fmla="*/ 0 w 5990400"/>
              <a:gd name="connsiteY9" fmla="*/ 4884198 h 4993200"/>
              <a:gd name="connsiteX10" fmla="*/ 0 w 5990400"/>
              <a:gd name="connsiteY10" fmla="*/ 109002 h 4993200"/>
              <a:gd name="connsiteX0" fmla="*/ 0 w 5990400"/>
              <a:gd name="connsiteY0" fmla="*/ 109002 h 4993200"/>
              <a:gd name="connsiteX1" fmla="*/ 109002 w 5990400"/>
              <a:gd name="connsiteY1" fmla="*/ 0 h 4993200"/>
              <a:gd name="connsiteX2" fmla="*/ 5529872 w 5990400"/>
              <a:gd name="connsiteY2" fmla="*/ 3620 h 4993200"/>
              <a:gd name="connsiteX3" fmla="*/ 5881398 w 5990400"/>
              <a:gd name="connsiteY3" fmla="*/ 0 h 4993200"/>
              <a:gd name="connsiteX4" fmla="*/ 5990400 w 5990400"/>
              <a:gd name="connsiteY4" fmla="*/ 109002 h 4993200"/>
              <a:gd name="connsiteX5" fmla="*/ 5990400 w 5990400"/>
              <a:gd name="connsiteY5" fmla="*/ 4884198 h 4993200"/>
              <a:gd name="connsiteX6" fmla="*/ 5881398 w 5990400"/>
              <a:gd name="connsiteY6" fmla="*/ 4993200 h 4993200"/>
              <a:gd name="connsiteX7" fmla="*/ 5593483 w 5990400"/>
              <a:gd name="connsiteY7" fmla="*/ 4993063 h 4993200"/>
              <a:gd name="connsiteX8" fmla="*/ 109002 w 5990400"/>
              <a:gd name="connsiteY8" fmla="*/ 4993200 h 4993200"/>
              <a:gd name="connsiteX9" fmla="*/ 0 w 5990400"/>
              <a:gd name="connsiteY9" fmla="*/ 4884198 h 4993200"/>
              <a:gd name="connsiteX10" fmla="*/ 0 w 5990400"/>
              <a:gd name="connsiteY10" fmla="*/ 109002 h 4993200"/>
              <a:gd name="connsiteX0" fmla="*/ 0 w 5990400"/>
              <a:gd name="connsiteY0" fmla="*/ 109002 h 4993200"/>
              <a:gd name="connsiteX1" fmla="*/ 109002 w 5990400"/>
              <a:gd name="connsiteY1" fmla="*/ 0 h 4993200"/>
              <a:gd name="connsiteX2" fmla="*/ 5529872 w 5990400"/>
              <a:gd name="connsiteY2" fmla="*/ 3620 h 4993200"/>
              <a:gd name="connsiteX3" fmla="*/ 5881398 w 5990400"/>
              <a:gd name="connsiteY3" fmla="*/ 0 h 4993200"/>
              <a:gd name="connsiteX4" fmla="*/ 5990400 w 5990400"/>
              <a:gd name="connsiteY4" fmla="*/ 109002 h 4993200"/>
              <a:gd name="connsiteX5" fmla="*/ 5990400 w 5990400"/>
              <a:gd name="connsiteY5" fmla="*/ 4884198 h 4993200"/>
              <a:gd name="connsiteX6" fmla="*/ 5881398 w 5990400"/>
              <a:gd name="connsiteY6" fmla="*/ 4993200 h 4993200"/>
              <a:gd name="connsiteX7" fmla="*/ 5593483 w 5990400"/>
              <a:gd name="connsiteY7" fmla="*/ 4993063 h 4993200"/>
              <a:gd name="connsiteX8" fmla="*/ 109002 w 5990400"/>
              <a:gd name="connsiteY8" fmla="*/ 4993200 h 4993200"/>
              <a:gd name="connsiteX9" fmla="*/ 0 w 5990400"/>
              <a:gd name="connsiteY9" fmla="*/ 4884198 h 4993200"/>
              <a:gd name="connsiteX10" fmla="*/ 0 w 5990400"/>
              <a:gd name="connsiteY10" fmla="*/ 109002 h 4993200"/>
              <a:gd name="connsiteX0" fmla="*/ 0 w 5990400"/>
              <a:gd name="connsiteY0" fmla="*/ 109002 h 4993200"/>
              <a:gd name="connsiteX1" fmla="*/ 109002 w 5990400"/>
              <a:gd name="connsiteY1" fmla="*/ 0 h 4993200"/>
              <a:gd name="connsiteX2" fmla="*/ 5529872 w 5990400"/>
              <a:gd name="connsiteY2" fmla="*/ 3620 h 4993200"/>
              <a:gd name="connsiteX3" fmla="*/ 5396369 w 5990400"/>
              <a:gd name="connsiteY3" fmla="*/ 2715371 h 4993200"/>
              <a:gd name="connsiteX4" fmla="*/ 5990400 w 5990400"/>
              <a:gd name="connsiteY4" fmla="*/ 109002 h 4993200"/>
              <a:gd name="connsiteX5" fmla="*/ 5990400 w 5990400"/>
              <a:gd name="connsiteY5" fmla="*/ 4884198 h 4993200"/>
              <a:gd name="connsiteX6" fmla="*/ 5881398 w 5990400"/>
              <a:gd name="connsiteY6" fmla="*/ 4993200 h 4993200"/>
              <a:gd name="connsiteX7" fmla="*/ 5593483 w 5990400"/>
              <a:gd name="connsiteY7" fmla="*/ 4993063 h 4993200"/>
              <a:gd name="connsiteX8" fmla="*/ 109002 w 5990400"/>
              <a:gd name="connsiteY8" fmla="*/ 4993200 h 4993200"/>
              <a:gd name="connsiteX9" fmla="*/ 0 w 5990400"/>
              <a:gd name="connsiteY9" fmla="*/ 4884198 h 4993200"/>
              <a:gd name="connsiteX10" fmla="*/ 0 w 5990400"/>
              <a:gd name="connsiteY10" fmla="*/ 109002 h 4993200"/>
              <a:gd name="connsiteX0" fmla="*/ 0 w 5990400"/>
              <a:gd name="connsiteY0" fmla="*/ 109002 h 4993200"/>
              <a:gd name="connsiteX1" fmla="*/ 109002 w 5990400"/>
              <a:gd name="connsiteY1" fmla="*/ 0 h 4993200"/>
              <a:gd name="connsiteX2" fmla="*/ 5529872 w 5990400"/>
              <a:gd name="connsiteY2" fmla="*/ 3620 h 4993200"/>
              <a:gd name="connsiteX3" fmla="*/ 5396369 w 5990400"/>
              <a:gd name="connsiteY3" fmla="*/ 2715371 h 4993200"/>
              <a:gd name="connsiteX4" fmla="*/ 5990400 w 5990400"/>
              <a:gd name="connsiteY4" fmla="*/ 4884198 h 4993200"/>
              <a:gd name="connsiteX5" fmla="*/ 5881398 w 5990400"/>
              <a:gd name="connsiteY5" fmla="*/ 4993200 h 4993200"/>
              <a:gd name="connsiteX6" fmla="*/ 5593483 w 5990400"/>
              <a:gd name="connsiteY6" fmla="*/ 4993063 h 4993200"/>
              <a:gd name="connsiteX7" fmla="*/ 109002 w 5990400"/>
              <a:gd name="connsiteY7" fmla="*/ 4993200 h 4993200"/>
              <a:gd name="connsiteX8" fmla="*/ 0 w 5990400"/>
              <a:gd name="connsiteY8" fmla="*/ 4884198 h 4993200"/>
              <a:gd name="connsiteX9" fmla="*/ 0 w 5990400"/>
              <a:gd name="connsiteY9" fmla="*/ 109002 h 4993200"/>
              <a:gd name="connsiteX0" fmla="*/ 0 w 5881398"/>
              <a:gd name="connsiteY0" fmla="*/ 109002 h 4993200"/>
              <a:gd name="connsiteX1" fmla="*/ 109002 w 5881398"/>
              <a:gd name="connsiteY1" fmla="*/ 0 h 4993200"/>
              <a:gd name="connsiteX2" fmla="*/ 5529872 w 5881398"/>
              <a:gd name="connsiteY2" fmla="*/ 3620 h 4993200"/>
              <a:gd name="connsiteX3" fmla="*/ 5396369 w 5881398"/>
              <a:gd name="connsiteY3" fmla="*/ 2715371 h 4993200"/>
              <a:gd name="connsiteX4" fmla="*/ 5881398 w 5881398"/>
              <a:gd name="connsiteY4" fmla="*/ 4993200 h 4993200"/>
              <a:gd name="connsiteX5" fmla="*/ 5593483 w 5881398"/>
              <a:gd name="connsiteY5" fmla="*/ 4993063 h 4993200"/>
              <a:gd name="connsiteX6" fmla="*/ 109002 w 5881398"/>
              <a:gd name="connsiteY6" fmla="*/ 4993200 h 4993200"/>
              <a:gd name="connsiteX7" fmla="*/ 0 w 5881398"/>
              <a:gd name="connsiteY7" fmla="*/ 4884198 h 4993200"/>
              <a:gd name="connsiteX8" fmla="*/ 0 w 5881398"/>
              <a:gd name="connsiteY8" fmla="*/ 109002 h 4993200"/>
              <a:gd name="connsiteX0" fmla="*/ 0 w 5941751"/>
              <a:gd name="connsiteY0" fmla="*/ 109002 h 4993200"/>
              <a:gd name="connsiteX1" fmla="*/ 109002 w 5941751"/>
              <a:gd name="connsiteY1" fmla="*/ 0 h 4993200"/>
              <a:gd name="connsiteX2" fmla="*/ 5529872 w 5941751"/>
              <a:gd name="connsiteY2" fmla="*/ 3620 h 4993200"/>
              <a:gd name="connsiteX3" fmla="*/ 5396369 w 5941751"/>
              <a:gd name="connsiteY3" fmla="*/ 2715371 h 4993200"/>
              <a:gd name="connsiteX4" fmla="*/ 5593483 w 5941751"/>
              <a:gd name="connsiteY4" fmla="*/ 4993063 h 4993200"/>
              <a:gd name="connsiteX5" fmla="*/ 109002 w 5941751"/>
              <a:gd name="connsiteY5" fmla="*/ 4993200 h 4993200"/>
              <a:gd name="connsiteX6" fmla="*/ 0 w 5941751"/>
              <a:gd name="connsiteY6" fmla="*/ 4884198 h 4993200"/>
              <a:gd name="connsiteX7" fmla="*/ 0 w 5941751"/>
              <a:gd name="connsiteY7" fmla="*/ 109002 h 4993200"/>
              <a:gd name="connsiteX0" fmla="*/ 0 w 6243962"/>
              <a:gd name="connsiteY0" fmla="*/ 109002 h 4993200"/>
              <a:gd name="connsiteX1" fmla="*/ 109002 w 6243962"/>
              <a:gd name="connsiteY1" fmla="*/ 0 h 4993200"/>
              <a:gd name="connsiteX2" fmla="*/ 5529872 w 6243962"/>
              <a:gd name="connsiteY2" fmla="*/ 3620 h 4993200"/>
              <a:gd name="connsiteX3" fmla="*/ 5593483 w 6243962"/>
              <a:gd name="connsiteY3" fmla="*/ 4993063 h 4993200"/>
              <a:gd name="connsiteX4" fmla="*/ 109002 w 6243962"/>
              <a:gd name="connsiteY4" fmla="*/ 4993200 h 4993200"/>
              <a:gd name="connsiteX5" fmla="*/ 0 w 6243962"/>
              <a:gd name="connsiteY5" fmla="*/ 4884198 h 4993200"/>
              <a:gd name="connsiteX6" fmla="*/ 0 w 6243962"/>
              <a:gd name="connsiteY6" fmla="*/ 109002 h 4993200"/>
              <a:gd name="connsiteX0" fmla="*/ 0 w 5881222"/>
              <a:gd name="connsiteY0" fmla="*/ 109002 h 4993200"/>
              <a:gd name="connsiteX1" fmla="*/ 109002 w 5881222"/>
              <a:gd name="connsiteY1" fmla="*/ 0 h 4993200"/>
              <a:gd name="connsiteX2" fmla="*/ 5529872 w 5881222"/>
              <a:gd name="connsiteY2" fmla="*/ 3620 h 4993200"/>
              <a:gd name="connsiteX3" fmla="*/ 5593483 w 5881222"/>
              <a:gd name="connsiteY3" fmla="*/ 4993063 h 4993200"/>
              <a:gd name="connsiteX4" fmla="*/ 109002 w 5881222"/>
              <a:gd name="connsiteY4" fmla="*/ 4993200 h 4993200"/>
              <a:gd name="connsiteX5" fmla="*/ 0 w 5881222"/>
              <a:gd name="connsiteY5" fmla="*/ 4884198 h 4993200"/>
              <a:gd name="connsiteX6" fmla="*/ 0 w 5881222"/>
              <a:gd name="connsiteY6" fmla="*/ 109002 h 4993200"/>
              <a:gd name="connsiteX0" fmla="*/ 0 w 5593483"/>
              <a:gd name="connsiteY0" fmla="*/ 109002 h 4993200"/>
              <a:gd name="connsiteX1" fmla="*/ 109002 w 5593483"/>
              <a:gd name="connsiteY1" fmla="*/ 0 h 4993200"/>
              <a:gd name="connsiteX2" fmla="*/ 5529872 w 5593483"/>
              <a:gd name="connsiteY2" fmla="*/ 3620 h 4993200"/>
              <a:gd name="connsiteX3" fmla="*/ 5593483 w 5593483"/>
              <a:gd name="connsiteY3" fmla="*/ 4993063 h 4993200"/>
              <a:gd name="connsiteX4" fmla="*/ 109002 w 5593483"/>
              <a:gd name="connsiteY4" fmla="*/ 4993200 h 4993200"/>
              <a:gd name="connsiteX5" fmla="*/ 0 w 5593483"/>
              <a:gd name="connsiteY5" fmla="*/ 4884198 h 4993200"/>
              <a:gd name="connsiteX6" fmla="*/ 0 w 5593483"/>
              <a:gd name="connsiteY6" fmla="*/ 109002 h 4993200"/>
              <a:gd name="connsiteX0" fmla="*/ 0 w 5593483"/>
              <a:gd name="connsiteY0" fmla="*/ 109002 h 4993200"/>
              <a:gd name="connsiteX1" fmla="*/ 109002 w 5593483"/>
              <a:gd name="connsiteY1" fmla="*/ 0 h 4993200"/>
              <a:gd name="connsiteX2" fmla="*/ 5529872 w 5593483"/>
              <a:gd name="connsiteY2" fmla="*/ 3620 h 4993200"/>
              <a:gd name="connsiteX3" fmla="*/ 5593483 w 5593483"/>
              <a:gd name="connsiteY3" fmla="*/ 4993063 h 4993200"/>
              <a:gd name="connsiteX4" fmla="*/ 109002 w 5593483"/>
              <a:gd name="connsiteY4" fmla="*/ 4993200 h 4993200"/>
              <a:gd name="connsiteX5" fmla="*/ 0 w 5593483"/>
              <a:gd name="connsiteY5" fmla="*/ 4884198 h 4993200"/>
              <a:gd name="connsiteX6" fmla="*/ 0 w 5593483"/>
              <a:gd name="connsiteY6" fmla="*/ 109002 h 499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93483" h="4993200">
                <a:moveTo>
                  <a:pt x="0" y="109002"/>
                </a:moveTo>
                <a:cubicBezTo>
                  <a:pt x="0" y="48802"/>
                  <a:pt x="48802" y="0"/>
                  <a:pt x="109002" y="0"/>
                </a:cubicBezTo>
                <a:lnTo>
                  <a:pt x="5529872" y="3620"/>
                </a:lnTo>
                <a:cubicBezTo>
                  <a:pt x="5342696" y="1539488"/>
                  <a:pt x="5359925" y="3306701"/>
                  <a:pt x="5593483" y="4993063"/>
                </a:cubicBezTo>
                <a:lnTo>
                  <a:pt x="109002" y="4993200"/>
                </a:lnTo>
                <a:cubicBezTo>
                  <a:pt x="48802" y="4993200"/>
                  <a:pt x="0" y="4944398"/>
                  <a:pt x="0" y="4884198"/>
                </a:cubicBezTo>
                <a:lnTo>
                  <a:pt x="0" y="109002"/>
                </a:lnTo>
                <a:close/>
              </a:path>
            </a:pathLst>
          </a:cu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P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47063B-BBD7-C2DC-B9E1-5EA7EAD3B894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Proprietary + Confidential</a:t>
            </a:r>
            <a:endParaRPr lang="en-PL" sz="1200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D8D20C-713E-3FDC-F841-0BA45CC2BB11}"/>
              </a:ext>
            </a:extLst>
          </p:cNvPr>
          <p:cNvSpPr txBox="1"/>
          <p:nvPr userDrawn="1"/>
        </p:nvSpPr>
        <p:spPr>
          <a:xfrm>
            <a:off x="11338907" y="6392597"/>
            <a:ext cx="157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BF891274-0C81-E04F-B4EE-3C561D46BB74}" type="slidenum">
              <a:rPr lang="en-GB" sz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ptos" panose="020B0004020202020204" pitchFamily="34" charset="0"/>
              </a:rPr>
              <a:pPr algn="r"/>
              <a:t>‹#›</a:t>
            </a:fld>
            <a:endParaRPr lang="en-PL" sz="1200">
              <a:solidFill>
                <a:schemeClr val="accent1">
                  <a:lumMod val="40000"/>
                  <a:lumOff val="60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EA0D8A7-125F-B4AA-39D9-3416B45087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643499" y="461962"/>
            <a:ext cx="1852500" cy="360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9A7CA1B-F2D1-ED31-87DA-74F22777B717}"/>
              </a:ext>
            </a:extLst>
          </p:cNvPr>
          <p:cNvSpPr/>
          <p:nvPr userDrawn="1"/>
        </p:nvSpPr>
        <p:spPr>
          <a:xfrm rot="10800000">
            <a:off x="1" y="6750000"/>
            <a:ext cx="12192000" cy="10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4917415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7946434-1460-21A1-17DF-59E9FFC79CA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3513" y="-3"/>
            <a:ext cx="6098484" cy="6858003"/>
          </a:xfrm>
          <a:custGeom>
            <a:avLst/>
            <a:gdLst>
              <a:gd name="connsiteX0" fmla="*/ 0 w 5772911"/>
              <a:gd name="connsiteY0" fmla="*/ 0 h 6858003"/>
              <a:gd name="connsiteX1" fmla="*/ 5772911 w 5772911"/>
              <a:gd name="connsiteY1" fmla="*/ 0 h 6858003"/>
              <a:gd name="connsiteX2" fmla="*/ 5772911 w 5772911"/>
              <a:gd name="connsiteY2" fmla="*/ 6858003 h 6858003"/>
              <a:gd name="connsiteX3" fmla="*/ 0 w 5772911"/>
              <a:gd name="connsiteY3" fmla="*/ 6858003 h 6858003"/>
              <a:gd name="connsiteX4" fmla="*/ 0 w 5772911"/>
              <a:gd name="connsiteY4" fmla="*/ 0 h 6858003"/>
              <a:gd name="connsiteX0" fmla="*/ 124629 w 5897540"/>
              <a:gd name="connsiteY0" fmla="*/ 0 h 6858003"/>
              <a:gd name="connsiteX1" fmla="*/ 5897540 w 5897540"/>
              <a:gd name="connsiteY1" fmla="*/ 0 h 6858003"/>
              <a:gd name="connsiteX2" fmla="*/ 5897540 w 5897540"/>
              <a:gd name="connsiteY2" fmla="*/ 6858003 h 6858003"/>
              <a:gd name="connsiteX3" fmla="*/ 124629 w 5897540"/>
              <a:gd name="connsiteY3" fmla="*/ 6858003 h 6858003"/>
              <a:gd name="connsiteX4" fmla="*/ 124629 w 5897540"/>
              <a:gd name="connsiteY4" fmla="*/ 0 h 6858003"/>
              <a:gd name="connsiteX0" fmla="*/ 210312 w 5983223"/>
              <a:gd name="connsiteY0" fmla="*/ 0 h 6858003"/>
              <a:gd name="connsiteX1" fmla="*/ 5983223 w 5983223"/>
              <a:gd name="connsiteY1" fmla="*/ 0 h 6858003"/>
              <a:gd name="connsiteX2" fmla="*/ 5983223 w 5983223"/>
              <a:gd name="connsiteY2" fmla="*/ 6858003 h 6858003"/>
              <a:gd name="connsiteX3" fmla="*/ 210312 w 5983223"/>
              <a:gd name="connsiteY3" fmla="*/ 6858003 h 6858003"/>
              <a:gd name="connsiteX4" fmla="*/ 210312 w 5983223"/>
              <a:gd name="connsiteY4" fmla="*/ 0 h 6858003"/>
              <a:gd name="connsiteX0" fmla="*/ 218138 w 5991049"/>
              <a:gd name="connsiteY0" fmla="*/ 0 h 6858003"/>
              <a:gd name="connsiteX1" fmla="*/ 5991049 w 5991049"/>
              <a:gd name="connsiteY1" fmla="*/ 0 h 6858003"/>
              <a:gd name="connsiteX2" fmla="*/ 5991049 w 5991049"/>
              <a:gd name="connsiteY2" fmla="*/ 6858003 h 6858003"/>
              <a:gd name="connsiteX3" fmla="*/ 218138 w 5991049"/>
              <a:gd name="connsiteY3" fmla="*/ 6858003 h 6858003"/>
              <a:gd name="connsiteX4" fmla="*/ 218138 w 5991049"/>
              <a:gd name="connsiteY4" fmla="*/ 0 h 6858003"/>
              <a:gd name="connsiteX0" fmla="*/ 229202 w 6002113"/>
              <a:gd name="connsiteY0" fmla="*/ 0 h 6858003"/>
              <a:gd name="connsiteX1" fmla="*/ 6002113 w 6002113"/>
              <a:gd name="connsiteY1" fmla="*/ 0 h 6858003"/>
              <a:gd name="connsiteX2" fmla="*/ 6002113 w 6002113"/>
              <a:gd name="connsiteY2" fmla="*/ 6858003 h 6858003"/>
              <a:gd name="connsiteX3" fmla="*/ 229202 w 6002113"/>
              <a:gd name="connsiteY3" fmla="*/ 6858003 h 6858003"/>
              <a:gd name="connsiteX4" fmla="*/ 229202 w 6002113"/>
              <a:gd name="connsiteY4" fmla="*/ 0 h 6858003"/>
              <a:gd name="connsiteX0" fmla="*/ 287152 w 6060063"/>
              <a:gd name="connsiteY0" fmla="*/ 0 h 6858003"/>
              <a:gd name="connsiteX1" fmla="*/ 6060063 w 6060063"/>
              <a:gd name="connsiteY1" fmla="*/ 0 h 6858003"/>
              <a:gd name="connsiteX2" fmla="*/ 6060063 w 6060063"/>
              <a:gd name="connsiteY2" fmla="*/ 6858003 h 6858003"/>
              <a:gd name="connsiteX3" fmla="*/ 287152 w 6060063"/>
              <a:gd name="connsiteY3" fmla="*/ 6858003 h 6858003"/>
              <a:gd name="connsiteX4" fmla="*/ 287152 w 6060063"/>
              <a:gd name="connsiteY4" fmla="*/ 0 h 6858003"/>
              <a:gd name="connsiteX0" fmla="*/ 322044 w 6094955"/>
              <a:gd name="connsiteY0" fmla="*/ 0 h 6858003"/>
              <a:gd name="connsiteX1" fmla="*/ 6094955 w 6094955"/>
              <a:gd name="connsiteY1" fmla="*/ 0 h 6858003"/>
              <a:gd name="connsiteX2" fmla="*/ 6094955 w 6094955"/>
              <a:gd name="connsiteY2" fmla="*/ 6858003 h 6858003"/>
              <a:gd name="connsiteX3" fmla="*/ 322044 w 6094955"/>
              <a:gd name="connsiteY3" fmla="*/ 6858003 h 6858003"/>
              <a:gd name="connsiteX4" fmla="*/ 322044 w 6094955"/>
              <a:gd name="connsiteY4" fmla="*/ 0 h 6858003"/>
              <a:gd name="connsiteX0" fmla="*/ 323856 w 6096767"/>
              <a:gd name="connsiteY0" fmla="*/ 0 h 6858003"/>
              <a:gd name="connsiteX1" fmla="*/ 6096767 w 6096767"/>
              <a:gd name="connsiteY1" fmla="*/ 0 h 6858003"/>
              <a:gd name="connsiteX2" fmla="*/ 6096767 w 6096767"/>
              <a:gd name="connsiteY2" fmla="*/ 6858003 h 6858003"/>
              <a:gd name="connsiteX3" fmla="*/ 323856 w 6096767"/>
              <a:gd name="connsiteY3" fmla="*/ 6858003 h 6858003"/>
              <a:gd name="connsiteX4" fmla="*/ 323856 w 6096767"/>
              <a:gd name="connsiteY4" fmla="*/ 0 h 6858003"/>
              <a:gd name="connsiteX0" fmla="*/ 340409 w 6113320"/>
              <a:gd name="connsiteY0" fmla="*/ 0 h 6858003"/>
              <a:gd name="connsiteX1" fmla="*/ 6113320 w 6113320"/>
              <a:gd name="connsiteY1" fmla="*/ 0 h 6858003"/>
              <a:gd name="connsiteX2" fmla="*/ 6113320 w 6113320"/>
              <a:gd name="connsiteY2" fmla="*/ 6858003 h 6858003"/>
              <a:gd name="connsiteX3" fmla="*/ 340409 w 6113320"/>
              <a:gd name="connsiteY3" fmla="*/ 6858003 h 6858003"/>
              <a:gd name="connsiteX4" fmla="*/ 340409 w 6113320"/>
              <a:gd name="connsiteY4" fmla="*/ 0 h 6858003"/>
              <a:gd name="connsiteX0" fmla="*/ 344108 w 6117019"/>
              <a:gd name="connsiteY0" fmla="*/ 0 h 6858003"/>
              <a:gd name="connsiteX1" fmla="*/ 6117019 w 6117019"/>
              <a:gd name="connsiteY1" fmla="*/ 0 h 6858003"/>
              <a:gd name="connsiteX2" fmla="*/ 6117019 w 6117019"/>
              <a:gd name="connsiteY2" fmla="*/ 6858003 h 6858003"/>
              <a:gd name="connsiteX3" fmla="*/ 344108 w 6117019"/>
              <a:gd name="connsiteY3" fmla="*/ 6858003 h 6858003"/>
              <a:gd name="connsiteX4" fmla="*/ 344108 w 6117019"/>
              <a:gd name="connsiteY4" fmla="*/ 0 h 6858003"/>
              <a:gd name="connsiteX0" fmla="*/ 324030 w 6096941"/>
              <a:gd name="connsiteY0" fmla="*/ 0 h 6858003"/>
              <a:gd name="connsiteX1" fmla="*/ 6096941 w 6096941"/>
              <a:gd name="connsiteY1" fmla="*/ 0 h 6858003"/>
              <a:gd name="connsiteX2" fmla="*/ 6096941 w 6096941"/>
              <a:gd name="connsiteY2" fmla="*/ 6858003 h 6858003"/>
              <a:gd name="connsiteX3" fmla="*/ 324030 w 6096941"/>
              <a:gd name="connsiteY3" fmla="*/ 6858003 h 6858003"/>
              <a:gd name="connsiteX4" fmla="*/ 324030 w 6096941"/>
              <a:gd name="connsiteY4" fmla="*/ 0 h 6858003"/>
              <a:gd name="connsiteX0" fmla="*/ 314546 w 6087457"/>
              <a:gd name="connsiteY0" fmla="*/ 0 h 6858003"/>
              <a:gd name="connsiteX1" fmla="*/ 6087457 w 6087457"/>
              <a:gd name="connsiteY1" fmla="*/ 0 h 6858003"/>
              <a:gd name="connsiteX2" fmla="*/ 6087457 w 6087457"/>
              <a:gd name="connsiteY2" fmla="*/ 6858003 h 6858003"/>
              <a:gd name="connsiteX3" fmla="*/ 314546 w 6087457"/>
              <a:gd name="connsiteY3" fmla="*/ 6858003 h 6858003"/>
              <a:gd name="connsiteX4" fmla="*/ 314546 w 6087457"/>
              <a:gd name="connsiteY4" fmla="*/ 0 h 6858003"/>
              <a:gd name="connsiteX0" fmla="*/ 325573 w 6098484"/>
              <a:gd name="connsiteY0" fmla="*/ 0 h 6858003"/>
              <a:gd name="connsiteX1" fmla="*/ 6098484 w 6098484"/>
              <a:gd name="connsiteY1" fmla="*/ 0 h 6858003"/>
              <a:gd name="connsiteX2" fmla="*/ 6098484 w 6098484"/>
              <a:gd name="connsiteY2" fmla="*/ 6858003 h 6858003"/>
              <a:gd name="connsiteX3" fmla="*/ 325573 w 6098484"/>
              <a:gd name="connsiteY3" fmla="*/ 6858003 h 6858003"/>
              <a:gd name="connsiteX4" fmla="*/ 325573 w 6098484"/>
              <a:gd name="connsiteY4" fmla="*/ 0 h 685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8484" h="6858003">
                <a:moveTo>
                  <a:pt x="325573" y="0"/>
                </a:moveTo>
                <a:lnTo>
                  <a:pt x="6098484" y="0"/>
                </a:lnTo>
                <a:lnTo>
                  <a:pt x="6098484" y="6858003"/>
                </a:lnTo>
                <a:lnTo>
                  <a:pt x="325573" y="6858003"/>
                </a:lnTo>
                <a:cubicBezTo>
                  <a:pt x="-108984" y="4499628"/>
                  <a:pt x="-108067" y="2371181"/>
                  <a:pt x="325573" y="0"/>
                </a:cubicBezTo>
                <a:close/>
              </a:path>
            </a:pathLst>
          </a:cu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PL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1318469-5331-508F-6570-0F8E1A96E5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063" y="461962"/>
            <a:ext cx="8916988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b="1" i="0">
                <a:solidFill>
                  <a:schemeClr val="tx1"/>
                </a:solidFill>
                <a:latin typeface="Aptos ExtraBold" panose="020B0004020202020204" pitchFamily="34" charset="0"/>
              </a:defRPr>
            </a:lvl1pPr>
          </a:lstStyle>
          <a:p>
            <a:pPr lvl="0"/>
            <a:r>
              <a:rPr lang="en-GB"/>
              <a:t>Slide title</a:t>
            </a:r>
            <a:endParaRPr lang="en-PL"/>
          </a:p>
        </p:txBody>
      </p:sp>
      <p:pic>
        <p:nvPicPr>
          <p:cNvPr id="3" name="Picture 2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81403BF3-4715-4EA1-59F8-4207FC628F83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85199" y="461962"/>
            <a:ext cx="1810800" cy="356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05BC77C-6FAC-8134-E6AD-7EEDCA8FE3C7}"/>
              </a:ext>
            </a:extLst>
          </p:cNvPr>
          <p:cNvSpPr/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11EA77-3899-193C-2DD8-CC1887CDE3A8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Proprietary + Confidential</a:t>
            </a:r>
            <a:endParaRPr lang="en-PL" sz="1200" dirty="0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633A86-5373-3D90-45DF-F416B024688F}"/>
              </a:ext>
            </a:extLst>
          </p:cNvPr>
          <p:cNvSpPr txBox="1"/>
          <p:nvPr userDrawn="1"/>
        </p:nvSpPr>
        <p:spPr>
          <a:xfrm>
            <a:off x="11338907" y="6392597"/>
            <a:ext cx="157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BF891274-0C81-E04F-B4EE-3C561D46BB74}" type="slidenum">
              <a:rPr lang="en-GB" sz="1200" smtClean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pPr algn="r"/>
              <a:t>‹#›</a:t>
            </a:fld>
            <a:endParaRPr lang="en-PL" sz="1200" dirty="0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65CAD62-7CCE-C94F-DC41-4138E1C3C1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643499" y="461962"/>
            <a:ext cx="18525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625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0F7992-C356-133B-3FB9-5E477046FD57}"/>
              </a:ext>
            </a:extLst>
          </p:cNvPr>
          <p:cNvSpPr/>
          <p:nvPr userDrawn="1"/>
        </p:nvSpPr>
        <p:spPr>
          <a:xfrm>
            <a:off x="695998" y="4106608"/>
            <a:ext cx="11496002" cy="138656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D683C88-9D22-7A74-AB24-87FBD92123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998" y="3105162"/>
            <a:ext cx="6478008" cy="66902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sz="4800" b="1" i="0" spc="-150">
                <a:solidFill>
                  <a:schemeClr val="bg2"/>
                </a:solidFill>
                <a:latin typeface="Aptos ExtraBold" panose="020B0004020202020204" pitchFamily="34" charset="0"/>
              </a:defRPr>
            </a:lvl1pPr>
          </a:lstStyle>
          <a:p>
            <a:pPr lvl="0"/>
            <a:r>
              <a:rPr lang="en-GB" dirty="0"/>
              <a:t>Thank you message.</a:t>
            </a:r>
            <a:endParaRPr lang="en-PL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AC9EA4F-5FAA-E4F7-A62E-5149AAF62E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5999" y="4577681"/>
            <a:ext cx="6478008" cy="2787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GB"/>
              <a:t>Additional text…</a:t>
            </a:r>
            <a:endParaRPr lang="en-PL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E426C77-DE42-2661-F1E0-4835825AD5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9062" y="5962049"/>
            <a:ext cx="6464943" cy="22301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sz="1600" b="0" i="0">
                <a:solidFill>
                  <a:schemeClr val="bg1">
                    <a:lumMod val="65000"/>
                    <a:alpha val="60000"/>
                  </a:schemeClr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PL"/>
              <a:t>Optional information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649BCF-AC27-E983-C61E-6AC94F5733B2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Proprietary + Confidential</a:t>
            </a:r>
            <a:endParaRPr lang="en-PL" sz="1200" dirty="0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F26F6E1-6F15-CC72-D10B-2CB0AD7D85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643499" y="461962"/>
            <a:ext cx="18525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1346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C7DE78A3-3D17-3D15-9174-6263B9016A21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1056000" y="1102086"/>
            <a:ext cx="10440001" cy="4998264"/>
          </a:xfrm>
          <a:custGeom>
            <a:avLst/>
            <a:gdLst>
              <a:gd name="connsiteX0" fmla="*/ 269247 w 10440001"/>
              <a:gd name="connsiteY0" fmla="*/ 0 h 4998264"/>
              <a:gd name="connsiteX1" fmla="*/ 10170754 w 10440001"/>
              <a:gd name="connsiteY1" fmla="*/ 0 h 4998264"/>
              <a:gd name="connsiteX2" fmla="*/ 10440001 w 10440001"/>
              <a:gd name="connsiteY2" fmla="*/ 269247 h 4998264"/>
              <a:gd name="connsiteX3" fmla="*/ 10440001 w 10440001"/>
              <a:gd name="connsiteY3" fmla="*/ 3751169 h 4998264"/>
              <a:gd name="connsiteX4" fmla="*/ 10225017 w 10440001"/>
              <a:gd name="connsiteY4" fmla="*/ 4014946 h 4998264"/>
              <a:gd name="connsiteX5" fmla="*/ 10189250 w 10440001"/>
              <a:gd name="connsiteY5" fmla="*/ 4018552 h 4998264"/>
              <a:gd name="connsiteX6" fmla="*/ 10189006 w 10440001"/>
              <a:gd name="connsiteY6" fmla="*/ 4042961 h 4998264"/>
              <a:gd name="connsiteX7" fmla="*/ 295708 w 10440001"/>
              <a:gd name="connsiteY7" fmla="*/ 4998264 h 4998264"/>
              <a:gd name="connsiteX8" fmla="*/ 283525 w 10440001"/>
              <a:gd name="connsiteY8" fmla="*/ 4998264 h 4998264"/>
              <a:gd name="connsiteX9" fmla="*/ 0 w 10440001"/>
              <a:gd name="connsiteY9" fmla="*/ 4714740 h 4998264"/>
              <a:gd name="connsiteX10" fmla="*/ 187 w 10440001"/>
              <a:gd name="connsiteY10" fmla="*/ 4712883 h 4998264"/>
              <a:gd name="connsiteX11" fmla="*/ 0 w 10440001"/>
              <a:gd name="connsiteY11" fmla="*/ 4712883 h 4998264"/>
              <a:gd name="connsiteX12" fmla="*/ 0 w 10440001"/>
              <a:gd name="connsiteY12" fmla="*/ 3751169 h 4998264"/>
              <a:gd name="connsiteX13" fmla="*/ 0 w 10440001"/>
              <a:gd name="connsiteY13" fmla="*/ 3407983 h 4998264"/>
              <a:gd name="connsiteX14" fmla="*/ 0 w 10440001"/>
              <a:gd name="connsiteY14" fmla="*/ 269247 h 4998264"/>
              <a:gd name="connsiteX15" fmla="*/ 269247 w 10440001"/>
              <a:gd name="connsiteY15" fmla="*/ 0 h 4998264"/>
              <a:gd name="connsiteX0" fmla="*/ 269247 w 10440001"/>
              <a:gd name="connsiteY0" fmla="*/ 0 h 4998264"/>
              <a:gd name="connsiteX1" fmla="*/ 10170754 w 10440001"/>
              <a:gd name="connsiteY1" fmla="*/ 0 h 4998264"/>
              <a:gd name="connsiteX2" fmla="*/ 10440001 w 10440001"/>
              <a:gd name="connsiteY2" fmla="*/ 269247 h 4998264"/>
              <a:gd name="connsiteX3" fmla="*/ 10440001 w 10440001"/>
              <a:gd name="connsiteY3" fmla="*/ 3751169 h 4998264"/>
              <a:gd name="connsiteX4" fmla="*/ 10225017 w 10440001"/>
              <a:gd name="connsiteY4" fmla="*/ 4014946 h 4998264"/>
              <a:gd name="connsiteX5" fmla="*/ 10189250 w 10440001"/>
              <a:gd name="connsiteY5" fmla="*/ 4018552 h 4998264"/>
              <a:gd name="connsiteX6" fmla="*/ 295708 w 10440001"/>
              <a:gd name="connsiteY6" fmla="*/ 4998264 h 4998264"/>
              <a:gd name="connsiteX7" fmla="*/ 283525 w 10440001"/>
              <a:gd name="connsiteY7" fmla="*/ 4998264 h 4998264"/>
              <a:gd name="connsiteX8" fmla="*/ 0 w 10440001"/>
              <a:gd name="connsiteY8" fmla="*/ 4714740 h 4998264"/>
              <a:gd name="connsiteX9" fmla="*/ 187 w 10440001"/>
              <a:gd name="connsiteY9" fmla="*/ 4712883 h 4998264"/>
              <a:gd name="connsiteX10" fmla="*/ 0 w 10440001"/>
              <a:gd name="connsiteY10" fmla="*/ 4712883 h 4998264"/>
              <a:gd name="connsiteX11" fmla="*/ 0 w 10440001"/>
              <a:gd name="connsiteY11" fmla="*/ 3751169 h 4998264"/>
              <a:gd name="connsiteX12" fmla="*/ 0 w 10440001"/>
              <a:gd name="connsiteY12" fmla="*/ 3407983 h 4998264"/>
              <a:gd name="connsiteX13" fmla="*/ 0 w 10440001"/>
              <a:gd name="connsiteY13" fmla="*/ 269247 h 4998264"/>
              <a:gd name="connsiteX14" fmla="*/ 269247 w 10440001"/>
              <a:gd name="connsiteY14" fmla="*/ 0 h 4998264"/>
              <a:gd name="connsiteX0" fmla="*/ 269247 w 10440001"/>
              <a:gd name="connsiteY0" fmla="*/ 0 h 4998264"/>
              <a:gd name="connsiteX1" fmla="*/ 10170754 w 10440001"/>
              <a:gd name="connsiteY1" fmla="*/ 0 h 4998264"/>
              <a:gd name="connsiteX2" fmla="*/ 10440001 w 10440001"/>
              <a:gd name="connsiteY2" fmla="*/ 269247 h 4998264"/>
              <a:gd name="connsiteX3" fmla="*/ 10440001 w 10440001"/>
              <a:gd name="connsiteY3" fmla="*/ 3751169 h 4998264"/>
              <a:gd name="connsiteX4" fmla="*/ 10225017 w 10440001"/>
              <a:gd name="connsiteY4" fmla="*/ 4014946 h 4998264"/>
              <a:gd name="connsiteX5" fmla="*/ 295708 w 10440001"/>
              <a:gd name="connsiteY5" fmla="*/ 4998264 h 4998264"/>
              <a:gd name="connsiteX6" fmla="*/ 283525 w 10440001"/>
              <a:gd name="connsiteY6" fmla="*/ 4998264 h 4998264"/>
              <a:gd name="connsiteX7" fmla="*/ 0 w 10440001"/>
              <a:gd name="connsiteY7" fmla="*/ 4714740 h 4998264"/>
              <a:gd name="connsiteX8" fmla="*/ 187 w 10440001"/>
              <a:gd name="connsiteY8" fmla="*/ 4712883 h 4998264"/>
              <a:gd name="connsiteX9" fmla="*/ 0 w 10440001"/>
              <a:gd name="connsiteY9" fmla="*/ 4712883 h 4998264"/>
              <a:gd name="connsiteX10" fmla="*/ 0 w 10440001"/>
              <a:gd name="connsiteY10" fmla="*/ 3751169 h 4998264"/>
              <a:gd name="connsiteX11" fmla="*/ 0 w 10440001"/>
              <a:gd name="connsiteY11" fmla="*/ 3407983 h 4998264"/>
              <a:gd name="connsiteX12" fmla="*/ 0 w 10440001"/>
              <a:gd name="connsiteY12" fmla="*/ 269247 h 4998264"/>
              <a:gd name="connsiteX13" fmla="*/ 269247 w 10440001"/>
              <a:gd name="connsiteY13" fmla="*/ 0 h 499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440001" h="4998264">
                <a:moveTo>
                  <a:pt x="269247" y="0"/>
                </a:moveTo>
                <a:lnTo>
                  <a:pt x="10170754" y="0"/>
                </a:lnTo>
                <a:cubicBezTo>
                  <a:pt x="10319455" y="0"/>
                  <a:pt x="10440001" y="120546"/>
                  <a:pt x="10440001" y="269247"/>
                </a:cubicBezTo>
                <a:lnTo>
                  <a:pt x="10440001" y="3751169"/>
                </a:lnTo>
                <a:cubicBezTo>
                  <a:pt x="10440001" y="3881283"/>
                  <a:pt x="10347708" y="3989840"/>
                  <a:pt x="10225017" y="4014946"/>
                </a:cubicBezTo>
                <a:lnTo>
                  <a:pt x="295708" y="4998264"/>
                </a:lnTo>
                <a:lnTo>
                  <a:pt x="283525" y="4998264"/>
                </a:lnTo>
                <a:cubicBezTo>
                  <a:pt x="126938" y="4998264"/>
                  <a:pt x="0" y="4871326"/>
                  <a:pt x="0" y="4714740"/>
                </a:cubicBezTo>
                <a:cubicBezTo>
                  <a:pt x="63" y="4714121"/>
                  <a:pt x="125" y="4713502"/>
                  <a:pt x="187" y="4712883"/>
                </a:cubicBezTo>
                <a:lnTo>
                  <a:pt x="0" y="4712883"/>
                </a:lnTo>
                <a:lnTo>
                  <a:pt x="0" y="3751169"/>
                </a:lnTo>
                <a:lnTo>
                  <a:pt x="0" y="3407983"/>
                </a:lnTo>
                <a:lnTo>
                  <a:pt x="0" y="269247"/>
                </a:lnTo>
                <a:cubicBezTo>
                  <a:pt x="0" y="120546"/>
                  <a:pt x="120546" y="0"/>
                  <a:pt x="26924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506AB65-F520-13DA-903E-8A50C2FF76F8}"/>
              </a:ext>
            </a:extLst>
          </p:cNvPr>
          <p:cNvSpPr>
            <a:spLocks noChangeAspect="1"/>
          </p:cNvSpPr>
          <p:nvPr userDrawn="1"/>
        </p:nvSpPr>
        <p:spPr>
          <a:xfrm>
            <a:off x="695999" y="757650"/>
            <a:ext cx="10440001" cy="4998264"/>
          </a:xfrm>
          <a:custGeom>
            <a:avLst/>
            <a:gdLst>
              <a:gd name="connsiteX0" fmla="*/ 269247 w 10440001"/>
              <a:gd name="connsiteY0" fmla="*/ 0 h 4998264"/>
              <a:gd name="connsiteX1" fmla="*/ 10170754 w 10440001"/>
              <a:gd name="connsiteY1" fmla="*/ 0 h 4998264"/>
              <a:gd name="connsiteX2" fmla="*/ 10440001 w 10440001"/>
              <a:gd name="connsiteY2" fmla="*/ 269247 h 4998264"/>
              <a:gd name="connsiteX3" fmla="*/ 10440001 w 10440001"/>
              <a:gd name="connsiteY3" fmla="*/ 3751169 h 4998264"/>
              <a:gd name="connsiteX4" fmla="*/ 10225017 w 10440001"/>
              <a:gd name="connsiteY4" fmla="*/ 4014946 h 4998264"/>
              <a:gd name="connsiteX5" fmla="*/ 10189250 w 10440001"/>
              <a:gd name="connsiteY5" fmla="*/ 4018552 h 4998264"/>
              <a:gd name="connsiteX6" fmla="*/ 10189006 w 10440001"/>
              <a:gd name="connsiteY6" fmla="*/ 4042961 h 4998264"/>
              <a:gd name="connsiteX7" fmla="*/ 295708 w 10440001"/>
              <a:gd name="connsiteY7" fmla="*/ 4998264 h 4998264"/>
              <a:gd name="connsiteX8" fmla="*/ 283525 w 10440001"/>
              <a:gd name="connsiteY8" fmla="*/ 4998264 h 4998264"/>
              <a:gd name="connsiteX9" fmla="*/ 0 w 10440001"/>
              <a:gd name="connsiteY9" fmla="*/ 4714740 h 4998264"/>
              <a:gd name="connsiteX10" fmla="*/ 187 w 10440001"/>
              <a:gd name="connsiteY10" fmla="*/ 4712883 h 4998264"/>
              <a:gd name="connsiteX11" fmla="*/ 0 w 10440001"/>
              <a:gd name="connsiteY11" fmla="*/ 4712883 h 4998264"/>
              <a:gd name="connsiteX12" fmla="*/ 0 w 10440001"/>
              <a:gd name="connsiteY12" fmla="*/ 3751169 h 4998264"/>
              <a:gd name="connsiteX13" fmla="*/ 0 w 10440001"/>
              <a:gd name="connsiteY13" fmla="*/ 3407983 h 4998264"/>
              <a:gd name="connsiteX14" fmla="*/ 0 w 10440001"/>
              <a:gd name="connsiteY14" fmla="*/ 269247 h 4998264"/>
              <a:gd name="connsiteX15" fmla="*/ 269247 w 10440001"/>
              <a:gd name="connsiteY15" fmla="*/ 0 h 4998264"/>
              <a:gd name="connsiteX0" fmla="*/ 269247 w 10440001"/>
              <a:gd name="connsiteY0" fmla="*/ 0 h 4998264"/>
              <a:gd name="connsiteX1" fmla="*/ 10170754 w 10440001"/>
              <a:gd name="connsiteY1" fmla="*/ 0 h 4998264"/>
              <a:gd name="connsiteX2" fmla="*/ 10440001 w 10440001"/>
              <a:gd name="connsiteY2" fmla="*/ 269247 h 4998264"/>
              <a:gd name="connsiteX3" fmla="*/ 10440001 w 10440001"/>
              <a:gd name="connsiteY3" fmla="*/ 3751169 h 4998264"/>
              <a:gd name="connsiteX4" fmla="*/ 10225017 w 10440001"/>
              <a:gd name="connsiteY4" fmla="*/ 4014946 h 4998264"/>
              <a:gd name="connsiteX5" fmla="*/ 10189250 w 10440001"/>
              <a:gd name="connsiteY5" fmla="*/ 4018552 h 4998264"/>
              <a:gd name="connsiteX6" fmla="*/ 295708 w 10440001"/>
              <a:gd name="connsiteY6" fmla="*/ 4998264 h 4998264"/>
              <a:gd name="connsiteX7" fmla="*/ 283525 w 10440001"/>
              <a:gd name="connsiteY7" fmla="*/ 4998264 h 4998264"/>
              <a:gd name="connsiteX8" fmla="*/ 0 w 10440001"/>
              <a:gd name="connsiteY8" fmla="*/ 4714740 h 4998264"/>
              <a:gd name="connsiteX9" fmla="*/ 187 w 10440001"/>
              <a:gd name="connsiteY9" fmla="*/ 4712883 h 4998264"/>
              <a:gd name="connsiteX10" fmla="*/ 0 w 10440001"/>
              <a:gd name="connsiteY10" fmla="*/ 4712883 h 4998264"/>
              <a:gd name="connsiteX11" fmla="*/ 0 w 10440001"/>
              <a:gd name="connsiteY11" fmla="*/ 3751169 h 4998264"/>
              <a:gd name="connsiteX12" fmla="*/ 0 w 10440001"/>
              <a:gd name="connsiteY12" fmla="*/ 3407983 h 4998264"/>
              <a:gd name="connsiteX13" fmla="*/ 0 w 10440001"/>
              <a:gd name="connsiteY13" fmla="*/ 269247 h 4998264"/>
              <a:gd name="connsiteX14" fmla="*/ 269247 w 10440001"/>
              <a:gd name="connsiteY14" fmla="*/ 0 h 4998264"/>
              <a:gd name="connsiteX0" fmla="*/ 269247 w 10440001"/>
              <a:gd name="connsiteY0" fmla="*/ 0 h 4998264"/>
              <a:gd name="connsiteX1" fmla="*/ 10170754 w 10440001"/>
              <a:gd name="connsiteY1" fmla="*/ 0 h 4998264"/>
              <a:gd name="connsiteX2" fmla="*/ 10440001 w 10440001"/>
              <a:gd name="connsiteY2" fmla="*/ 269247 h 4998264"/>
              <a:gd name="connsiteX3" fmla="*/ 10440001 w 10440001"/>
              <a:gd name="connsiteY3" fmla="*/ 3751169 h 4998264"/>
              <a:gd name="connsiteX4" fmla="*/ 10225017 w 10440001"/>
              <a:gd name="connsiteY4" fmla="*/ 4014946 h 4998264"/>
              <a:gd name="connsiteX5" fmla="*/ 295708 w 10440001"/>
              <a:gd name="connsiteY5" fmla="*/ 4998264 h 4998264"/>
              <a:gd name="connsiteX6" fmla="*/ 283525 w 10440001"/>
              <a:gd name="connsiteY6" fmla="*/ 4998264 h 4998264"/>
              <a:gd name="connsiteX7" fmla="*/ 0 w 10440001"/>
              <a:gd name="connsiteY7" fmla="*/ 4714740 h 4998264"/>
              <a:gd name="connsiteX8" fmla="*/ 187 w 10440001"/>
              <a:gd name="connsiteY8" fmla="*/ 4712883 h 4998264"/>
              <a:gd name="connsiteX9" fmla="*/ 0 w 10440001"/>
              <a:gd name="connsiteY9" fmla="*/ 4712883 h 4998264"/>
              <a:gd name="connsiteX10" fmla="*/ 0 w 10440001"/>
              <a:gd name="connsiteY10" fmla="*/ 3751169 h 4998264"/>
              <a:gd name="connsiteX11" fmla="*/ 0 w 10440001"/>
              <a:gd name="connsiteY11" fmla="*/ 3407983 h 4998264"/>
              <a:gd name="connsiteX12" fmla="*/ 0 w 10440001"/>
              <a:gd name="connsiteY12" fmla="*/ 269247 h 4998264"/>
              <a:gd name="connsiteX13" fmla="*/ 269247 w 10440001"/>
              <a:gd name="connsiteY13" fmla="*/ 0 h 499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440001" h="4998264">
                <a:moveTo>
                  <a:pt x="269247" y="0"/>
                </a:moveTo>
                <a:lnTo>
                  <a:pt x="10170754" y="0"/>
                </a:lnTo>
                <a:cubicBezTo>
                  <a:pt x="10319455" y="0"/>
                  <a:pt x="10440001" y="120546"/>
                  <a:pt x="10440001" y="269247"/>
                </a:cubicBezTo>
                <a:lnTo>
                  <a:pt x="10440001" y="3751169"/>
                </a:lnTo>
                <a:cubicBezTo>
                  <a:pt x="10440001" y="3881283"/>
                  <a:pt x="10347708" y="3989840"/>
                  <a:pt x="10225017" y="4014946"/>
                </a:cubicBezTo>
                <a:lnTo>
                  <a:pt x="295708" y="4998264"/>
                </a:lnTo>
                <a:lnTo>
                  <a:pt x="283525" y="4998264"/>
                </a:lnTo>
                <a:cubicBezTo>
                  <a:pt x="126938" y="4998264"/>
                  <a:pt x="0" y="4871326"/>
                  <a:pt x="0" y="4714740"/>
                </a:cubicBezTo>
                <a:cubicBezTo>
                  <a:pt x="63" y="4714121"/>
                  <a:pt x="125" y="4713502"/>
                  <a:pt x="187" y="4712883"/>
                </a:cubicBezTo>
                <a:lnTo>
                  <a:pt x="0" y="4712883"/>
                </a:lnTo>
                <a:lnTo>
                  <a:pt x="0" y="3751169"/>
                </a:lnTo>
                <a:lnTo>
                  <a:pt x="0" y="3407983"/>
                </a:lnTo>
                <a:lnTo>
                  <a:pt x="0" y="269247"/>
                </a:lnTo>
                <a:cubicBezTo>
                  <a:pt x="0" y="120546"/>
                  <a:pt x="120546" y="0"/>
                  <a:pt x="2692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FBEDD64-4C04-481B-BC97-ADDC157CD8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77029" y="1450748"/>
            <a:ext cx="9051022" cy="61330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4400" b="1" i="0" spc="-150">
                <a:solidFill>
                  <a:schemeClr val="accent1"/>
                </a:solidFill>
                <a:latin typeface="Aptos ExtraBold" panose="020B0004020202020204" pitchFamily="34" charset="0"/>
              </a:defRPr>
            </a:lvl1pPr>
          </a:lstStyle>
          <a:p>
            <a:pPr lvl="0"/>
            <a:r>
              <a:rPr lang="en-GB"/>
              <a:t>Title of the chapter</a:t>
            </a:r>
            <a:endParaRPr lang="en-P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3A9DBF-C85E-5B0B-B302-DA2812945E62}"/>
              </a:ext>
            </a:extLst>
          </p:cNvPr>
          <p:cNvSpPr/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526DA5-1C6C-AE1F-8056-8879C70921C6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 dirty="0">
                <a:solidFill>
                  <a:schemeClr val="tx2"/>
                </a:solidFill>
                <a:latin typeface="Aptos" panose="020B0004020202020204" pitchFamily="34" charset="0"/>
              </a:rPr>
              <a:t>Proprietary + Confidential</a:t>
            </a:r>
            <a:endParaRPr lang="en-PL" sz="1200" dirty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4A2BB3-4B7D-87D7-48AE-CED2C07A49E8}"/>
              </a:ext>
            </a:extLst>
          </p:cNvPr>
          <p:cNvSpPr txBox="1"/>
          <p:nvPr userDrawn="1"/>
        </p:nvSpPr>
        <p:spPr>
          <a:xfrm>
            <a:off x="11338907" y="6392597"/>
            <a:ext cx="157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BF891274-0C81-E04F-B4EE-3C561D46BB74}" type="slidenum">
              <a:rPr lang="en-GB" sz="1200" smtClean="0">
                <a:solidFill>
                  <a:schemeClr val="tx2"/>
                </a:solidFill>
                <a:latin typeface="Aptos" panose="020B0004020202020204" pitchFamily="34" charset="0"/>
              </a:rPr>
              <a:pPr algn="r"/>
              <a:t>‹#›</a:t>
            </a:fld>
            <a:endParaRPr lang="en-PL" sz="1200" dirty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449096A-71AF-1E89-A0F2-A9EC9F7F2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283500" y="5395901"/>
            <a:ext cx="18525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573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3D0EAA1B-96B0-442D-9AA0-7B93F88968B9}"/>
              </a:ext>
            </a:extLst>
          </p:cNvPr>
          <p:cNvSpPr/>
          <p:nvPr userDrawn="1"/>
        </p:nvSpPr>
        <p:spPr>
          <a:xfrm flipH="1">
            <a:off x="0" y="0"/>
            <a:ext cx="3280203" cy="6858001"/>
          </a:xfrm>
          <a:custGeom>
            <a:avLst/>
            <a:gdLst>
              <a:gd name="connsiteX0" fmla="*/ 3280203 w 3280203"/>
              <a:gd name="connsiteY0" fmla="*/ 0 h 6858001"/>
              <a:gd name="connsiteX1" fmla="*/ 340537 w 3280203"/>
              <a:gd name="connsiteY1" fmla="*/ 0 h 6858001"/>
              <a:gd name="connsiteX2" fmla="*/ 282522 w 3280203"/>
              <a:gd name="connsiteY2" fmla="*/ 288632 h 6858001"/>
              <a:gd name="connsiteX3" fmla="*/ 0 w 3280203"/>
              <a:gd name="connsiteY3" fmla="*/ 3429002 h 6858001"/>
              <a:gd name="connsiteX4" fmla="*/ 282522 w 3280203"/>
              <a:gd name="connsiteY4" fmla="*/ 6569372 h 6858001"/>
              <a:gd name="connsiteX5" fmla="*/ 340536 w 3280203"/>
              <a:gd name="connsiteY5" fmla="*/ 6858001 h 6858001"/>
              <a:gd name="connsiteX6" fmla="*/ 3280203 w 3280203"/>
              <a:gd name="connsiteY6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80203" h="6858001">
                <a:moveTo>
                  <a:pt x="3280203" y="0"/>
                </a:moveTo>
                <a:lnTo>
                  <a:pt x="340537" y="0"/>
                </a:lnTo>
                <a:lnTo>
                  <a:pt x="282522" y="288632"/>
                </a:lnTo>
                <a:cubicBezTo>
                  <a:pt x="99749" y="1267850"/>
                  <a:pt x="0" y="2325575"/>
                  <a:pt x="0" y="3429002"/>
                </a:cubicBezTo>
                <a:cubicBezTo>
                  <a:pt x="0" y="4532430"/>
                  <a:pt x="99749" y="5590155"/>
                  <a:pt x="282522" y="6569372"/>
                </a:cubicBezTo>
                <a:lnTo>
                  <a:pt x="340536" y="6858001"/>
                </a:lnTo>
                <a:lnTo>
                  <a:pt x="3280203" y="685800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1318469-5331-508F-6570-0F8E1A96E5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063" y="461962"/>
            <a:ext cx="8916988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b="1" i="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</a:lstStyle>
          <a:p>
            <a:pPr lvl="0"/>
            <a:r>
              <a:rPr lang="en-GB"/>
              <a:t>Slide title</a:t>
            </a:r>
            <a:endParaRPr lang="en-P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4A048E-F71D-E309-4624-27A6EBFFA64D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 dirty="0">
                <a:solidFill>
                  <a:schemeClr val="tx1">
                    <a:lumMod val="25000"/>
                    <a:lumOff val="75000"/>
                  </a:schemeClr>
                </a:solidFill>
                <a:latin typeface="Aptos" panose="020B0004020202020204" pitchFamily="34" charset="0"/>
              </a:rPr>
              <a:t>Proprietary + Confidential</a:t>
            </a:r>
            <a:endParaRPr lang="en-PL" sz="1200" dirty="0">
              <a:solidFill>
                <a:schemeClr val="tx1">
                  <a:lumMod val="25000"/>
                  <a:lumOff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9D1641-7DAE-E628-2F0D-8E25DB9EA350}"/>
              </a:ext>
            </a:extLst>
          </p:cNvPr>
          <p:cNvSpPr txBox="1"/>
          <p:nvPr userDrawn="1"/>
        </p:nvSpPr>
        <p:spPr>
          <a:xfrm>
            <a:off x="11338907" y="6392597"/>
            <a:ext cx="157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BF891274-0C81-E04F-B4EE-3C561D46BB74}" type="slidenum">
              <a:rPr lang="en-GB" sz="1200" smtClean="0">
                <a:solidFill>
                  <a:schemeClr val="tx2"/>
                </a:solidFill>
                <a:latin typeface="Aptos" panose="020B0004020202020204" pitchFamily="34" charset="0"/>
              </a:rPr>
              <a:pPr algn="r"/>
              <a:t>‹#›</a:t>
            </a:fld>
            <a:endParaRPr lang="en-PL" sz="1200" dirty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F52E841-AA42-EB42-1371-099990B0A9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643499" y="461962"/>
            <a:ext cx="18525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8339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0F7992-C356-133B-3FB9-5E477046FD57}"/>
              </a:ext>
            </a:extLst>
          </p:cNvPr>
          <p:cNvSpPr/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71C1C4-B0A5-AB0C-3246-16C6D8444F4A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 dirty="0">
                <a:solidFill>
                  <a:schemeClr val="tx2"/>
                </a:solidFill>
                <a:latin typeface="Aptos" panose="020B0004020202020204" pitchFamily="34" charset="0"/>
              </a:rPr>
              <a:t>Proprietary + Confidential</a:t>
            </a:r>
            <a:endParaRPr lang="en-PL" sz="1200" dirty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CEC0CC-91B2-DD24-1935-DC7D54F3469E}"/>
              </a:ext>
            </a:extLst>
          </p:cNvPr>
          <p:cNvSpPr txBox="1"/>
          <p:nvPr userDrawn="1"/>
        </p:nvSpPr>
        <p:spPr>
          <a:xfrm>
            <a:off x="11338907" y="6392597"/>
            <a:ext cx="157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BF891274-0C81-E04F-B4EE-3C561D46BB74}" type="slidenum">
              <a:rPr lang="en-GB" sz="1200" smtClean="0">
                <a:solidFill>
                  <a:schemeClr val="tx2"/>
                </a:solidFill>
                <a:latin typeface="Aptos" panose="020B0004020202020204" pitchFamily="34" charset="0"/>
              </a:rPr>
              <a:pPr algn="r"/>
              <a:t>‹#›</a:t>
            </a:fld>
            <a:endParaRPr lang="en-PL" sz="1200" dirty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8816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1318469-5331-508F-6570-0F8E1A96E5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063" y="461962"/>
            <a:ext cx="8916988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b="1" i="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</a:lstStyle>
          <a:p>
            <a:pPr lvl="0"/>
            <a:r>
              <a:rPr lang="en-GB"/>
              <a:t>Slide title</a:t>
            </a:r>
            <a:endParaRPr lang="en-P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0F7992-C356-133B-3FB9-5E477046FD57}"/>
              </a:ext>
            </a:extLst>
          </p:cNvPr>
          <p:cNvSpPr/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4B5A61-9687-B0F8-B3B9-7E307E2082B4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 dirty="0">
                <a:solidFill>
                  <a:schemeClr val="tx2"/>
                </a:solidFill>
                <a:latin typeface="Aptos" panose="020B0004020202020204" pitchFamily="34" charset="0"/>
              </a:rPr>
              <a:t>Proprietary + Confidential</a:t>
            </a:r>
            <a:endParaRPr lang="en-PL" sz="1200" dirty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CEDADD-C512-B46F-83C1-3D5DF173462E}"/>
              </a:ext>
            </a:extLst>
          </p:cNvPr>
          <p:cNvSpPr txBox="1"/>
          <p:nvPr userDrawn="1"/>
        </p:nvSpPr>
        <p:spPr>
          <a:xfrm>
            <a:off x="11338907" y="6392597"/>
            <a:ext cx="157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BF891274-0C81-E04F-B4EE-3C561D46BB74}" type="slidenum">
              <a:rPr lang="en-GB" sz="1200" smtClean="0">
                <a:solidFill>
                  <a:schemeClr val="tx2"/>
                </a:solidFill>
                <a:latin typeface="Aptos" panose="020B0004020202020204" pitchFamily="34" charset="0"/>
              </a:rPr>
              <a:pPr algn="r"/>
              <a:t>‹#›</a:t>
            </a:fld>
            <a:endParaRPr lang="en-PL" sz="1200" dirty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380FE5C-9D76-B4CB-4603-01A0AEBA72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643499" y="461962"/>
            <a:ext cx="18525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5360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/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DE2C9C5-7546-DB08-E270-A8A4C0EAAE66}"/>
              </a:ext>
            </a:extLst>
          </p:cNvPr>
          <p:cNvSpPr/>
          <p:nvPr userDrawn="1"/>
        </p:nvSpPr>
        <p:spPr>
          <a:xfrm>
            <a:off x="6096000" y="-3"/>
            <a:ext cx="6096000" cy="6858001"/>
          </a:xfrm>
          <a:custGeom>
            <a:avLst/>
            <a:gdLst>
              <a:gd name="connsiteX0" fmla="*/ 315992 w 6096002"/>
              <a:gd name="connsiteY0" fmla="*/ 0 h 6858001"/>
              <a:gd name="connsiteX1" fmla="*/ 6096002 w 6096002"/>
              <a:gd name="connsiteY1" fmla="*/ 0 h 6858001"/>
              <a:gd name="connsiteX2" fmla="*/ 6096002 w 6096002"/>
              <a:gd name="connsiteY2" fmla="*/ 6858001 h 6858001"/>
              <a:gd name="connsiteX3" fmla="*/ 315991 w 6096002"/>
              <a:gd name="connsiteY3" fmla="*/ 6858001 h 6858001"/>
              <a:gd name="connsiteX4" fmla="*/ 262159 w 6096002"/>
              <a:gd name="connsiteY4" fmla="*/ 6569372 h 6858001"/>
              <a:gd name="connsiteX5" fmla="*/ 0 w 6096002"/>
              <a:gd name="connsiteY5" fmla="*/ 3429002 h 6858001"/>
              <a:gd name="connsiteX6" fmla="*/ 262159 w 6096002"/>
              <a:gd name="connsiteY6" fmla="*/ 28863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1">
                <a:moveTo>
                  <a:pt x="315992" y="0"/>
                </a:moveTo>
                <a:lnTo>
                  <a:pt x="6096002" y="0"/>
                </a:lnTo>
                <a:lnTo>
                  <a:pt x="6096002" y="6858001"/>
                </a:lnTo>
                <a:lnTo>
                  <a:pt x="315991" y="6858001"/>
                </a:lnTo>
                <a:lnTo>
                  <a:pt x="262159" y="6569372"/>
                </a:lnTo>
                <a:cubicBezTo>
                  <a:pt x="92559" y="5590155"/>
                  <a:pt x="0" y="4532430"/>
                  <a:pt x="0" y="3429002"/>
                </a:cubicBezTo>
                <a:cubicBezTo>
                  <a:pt x="0" y="2325575"/>
                  <a:pt x="92559" y="1267850"/>
                  <a:pt x="262159" y="28863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096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1318469-5331-508F-6570-0F8E1A96E5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063" y="461962"/>
            <a:ext cx="8916988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b="1" i="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</a:lstStyle>
          <a:p>
            <a:pPr lvl="0"/>
            <a:r>
              <a:rPr lang="en-GB"/>
              <a:t>Slide title</a:t>
            </a:r>
            <a:endParaRPr lang="en-P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2B0526-9527-6D6D-56FB-9BE949A1E266}"/>
              </a:ext>
            </a:extLst>
          </p:cNvPr>
          <p:cNvSpPr/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FC939-D5D4-649A-9380-0EC8132EA906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 dirty="0">
                <a:solidFill>
                  <a:schemeClr val="tx2"/>
                </a:solidFill>
                <a:latin typeface="Aptos" panose="020B0004020202020204" pitchFamily="34" charset="0"/>
              </a:rPr>
              <a:t>Proprietary + Confidential</a:t>
            </a:r>
            <a:endParaRPr lang="en-PL" sz="1200" dirty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D4553D-F6D1-04CE-F638-26F981ABC806}"/>
              </a:ext>
            </a:extLst>
          </p:cNvPr>
          <p:cNvSpPr txBox="1"/>
          <p:nvPr userDrawn="1"/>
        </p:nvSpPr>
        <p:spPr>
          <a:xfrm>
            <a:off x="11338907" y="6392597"/>
            <a:ext cx="157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BF891274-0C81-E04F-B4EE-3C561D46BB74}" type="slidenum">
              <a:rPr lang="en-GB" sz="1200" smtClean="0">
                <a:solidFill>
                  <a:schemeClr val="tx2"/>
                </a:solidFill>
                <a:latin typeface="Aptos" panose="020B0004020202020204" pitchFamily="34" charset="0"/>
              </a:rPr>
              <a:pPr algn="r"/>
              <a:t>‹#›</a:t>
            </a:fld>
            <a:endParaRPr lang="en-PL" sz="1200" dirty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C17C3BA-7B71-20F8-9D37-8D78DA6668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643499" y="461962"/>
            <a:ext cx="18525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5599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/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DE2C9C5-7546-DB08-E270-A8A4C0EAAE66}"/>
              </a:ext>
            </a:extLst>
          </p:cNvPr>
          <p:cNvSpPr/>
          <p:nvPr userDrawn="1"/>
        </p:nvSpPr>
        <p:spPr>
          <a:xfrm>
            <a:off x="6096000" y="-3"/>
            <a:ext cx="6096000" cy="6858001"/>
          </a:xfrm>
          <a:custGeom>
            <a:avLst/>
            <a:gdLst>
              <a:gd name="connsiteX0" fmla="*/ 315992 w 6096002"/>
              <a:gd name="connsiteY0" fmla="*/ 0 h 6858001"/>
              <a:gd name="connsiteX1" fmla="*/ 6096002 w 6096002"/>
              <a:gd name="connsiteY1" fmla="*/ 0 h 6858001"/>
              <a:gd name="connsiteX2" fmla="*/ 6096002 w 6096002"/>
              <a:gd name="connsiteY2" fmla="*/ 6858001 h 6858001"/>
              <a:gd name="connsiteX3" fmla="*/ 315991 w 6096002"/>
              <a:gd name="connsiteY3" fmla="*/ 6858001 h 6858001"/>
              <a:gd name="connsiteX4" fmla="*/ 262159 w 6096002"/>
              <a:gd name="connsiteY4" fmla="*/ 6569372 h 6858001"/>
              <a:gd name="connsiteX5" fmla="*/ 0 w 6096002"/>
              <a:gd name="connsiteY5" fmla="*/ 3429002 h 6858001"/>
              <a:gd name="connsiteX6" fmla="*/ 262159 w 6096002"/>
              <a:gd name="connsiteY6" fmla="*/ 28863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1">
                <a:moveTo>
                  <a:pt x="315992" y="0"/>
                </a:moveTo>
                <a:lnTo>
                  <a:pt x="6096002" y="0"/>
                </a:lnTo>
                <a:lnTo>
                  <a:pt x="6096002" y="6858001"/>
                </a:lnTo>
                <a:lnTo>
                  <a:pt x="315991" y="6858001"/>
                </a:lnTo>
                <a:lnTo>
                  <a:pt x="262159" y="6569372"/>
                </a:lnTo>
                <a:cubicBezTo>
                  <a:pt x="92559" y="5590155"/>
                  <a:pt x="0" y="4532430"/>
                  <a:pt x="0" y="3429002"/>
                </a:cubicBezTo>
                <a:cubicBezTo>
                  <a:pt x="0" y="2325575"/>
                  <a:pt x="92559" y="1267850"/>
                  <a:pt x="262159" y="28863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>
            <a:outerShdw blurRad="8128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1318469-5331-508F-6570-0F8E1A96E5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063" y="461962"/>
            <a:ext cx="8916988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b="1" i="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</a:lstStyle>
          <a:p>
            <a:pPr lvl="0"/>
            <a:r>
              <a:rPr lang="en-GB"/>
              <a:t>Slide title</a:t>
            </a:r>
            <a:endParaRPr lang="en-P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3F3406-23EF-D524-DEEF-720978C2AB45}"/>
              </a:ext>
            </a:extLst>
          </p:cNvPr>
          <p:cNvSpPr/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B4AB9C-66FE-31AB-9514-F6B6FE088931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 dirty="0">
                <a:solidFill>
                  <a:schemeClr val="tx2"/>
                </a:solidFill>
                <a:latin typeface="Aptos" panose="020B0004020202020204" pitchFamily="34" charset="0"/>
              </a:rPr>
              <a:t>Proprietary + Confidential</a:t>
            </a:r>
            <a:endParaRPr lang="en-PL" sz="1200" dirty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DCD573-4DCE-1A91-C656-8A9107F873D1}"/>
              </a:ext>
            </a:extLst>
          </p:cNvPr>
          <p:cNvSpPr txBox="1"/>
          <p:nvPr userDrawn="1"/>
        </p:nvSpPr>
        <p:spPr>
          <a:xfrm>
            <a:off x="11338907" y="6392597"/>
            <a:ext cx="157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BF891274-0C81-E04F-B4EE-3C561D46BB74}" type="slidenum">
              <a:rPr lang="en-GB" sz="1200" smtClean="0">
                <a:solidFill>
                  <a:schemeClr val="tx2"/>
                </a:solidFill>
                <a:latin typeface="Aptos" panose="020B0004020202020204" pitchFamily="34" charset="0"/>
              </a:rPr>
              <a:pPr algn="r"/>
              <a:t>‹#›</a:t>
            </a:fld>
            <a:endParaRPr lang="en-PL" sz="1200" dirty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C687380-A645-9737-3FA0-C285BEE851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643499" y="461962"/>
            <a:ext cx="18525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815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/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DE2C9C5-7546-DB08-E270-A8A4C0EAAE66}"/>
              </a:ext>
            </a:extLst>
          </p:cNvPr>
          <p:cNvSpPr/>
          <p:nvPr userDrawn="1"/>
        </p:nvSpPr>
        <p:spPr>
          <a:xfrm>
            <a:off x="6096000" y="-1"/>
            <a:ext cx="6096000" cy="6858001"/>
          </a:xfrm>
          <a:custGeom>
            <a:avLst/>
            <a:gdLst>
              <a:gd name="connsiteX0" fmla="*/ 315992 w 6096002"/>
              <a:gd name="connsiteY0" fmla="*/ 0 h 6858001"/>
              <a:gd name="connsiteX1" fmla="*/ 6096002 w 6096002"/>
              <a:gd name="connsiteY1" fmla="*/ 0 h 6858001"/>
              <a:gd name="connsiteX2" fmla="*/ 6096002 w 6096002"/>
              <a:gd name="connsiteY2" fmla="*/ 6858001 h 6858001"/>
              <a:gd name="connsiteX3" fmla="*/ 315991 w 6096002"/>
              <a:gd name="connsiteY3" fmla="*/ 6858001 h 6858001"/>
              <a:gd name="connsiteX4" fmla="*/ 262159 w 6096002"/>
              <a:gd name="connsiteY4" fmla="*/ 6569372 h 6858001"/>
              <a:gd name="connsiteX5" fmla="*/ 0 w 6096002"/>
              <a:gd name="connsiteY5" fmla="*/ 3429002 h 6858001"/>
              <a:gd name="connsiteX6" fmla="*/ 262159 w 6096002"/>
              <a:gd name="connsiteY6" fmla="*/ 28863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1">
                <a:moveTo>
                  <a:pt x="315992" y="0"/>
                </a:moveTo>
                <a:lnTo>
                  <a:pt x="6096002" y="0"/>
                </a:lnTo>
                <a:lnTo>
                  <a:pt x="6096002" y="6858001"/>
                </a:lnTo>
                <a:lnTo>
                  <a:pt x="315991" y="6858001"/>
                </a:lnTo>
                <a:lnTo>
                  <a:pt x="262159" y="6569372"/>
                </a:lnTo>
                <a:cubicBezTo>
                  <a:pt x="92559" y="5590155"/>
                  <a:pt x="0" y="4532430"/>
                  <a:pt x="0" y="3429002"/>
                </a:cubicBezTo>
                <a:cubicBezTo>
                  <a:pt x="0" y="2325575"/>
                  <a:pt x="92559" y="1267850"/>
                  <a:pt x="262159" y="2886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1318469-5331-508F-6570-0F8E1A96E5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063" y="461962"/>
            <a:ext cx="8916988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b="1" i="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</a:lstStyle>
          <a:p>
            <a:pPr lvl="0"/>
            <a:r>
              <a:rPr lang="en-GB"/>
              <a:t>Slide title</a:t>
            </a:r>
            <a:endParaRPr lang="en-P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5BB3C5-E7F5-DB96-A217-CD6B893EF78B}"/>
              </a:ext>
            </a:extLst>
          </p:cNvPr>
          <p:cNvSpPr/>
          <p:nvPr userDrawn="1"/>
        </p:nvSpPr>
        <p:spPr>
          <a:xfrm rot="10800000">
            <a:off x="1" y="6750000"/>
            <a:ext cx="12192000" cy="10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0F71B6-E803-7229-9107-8E109F2CF95E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>
                <a:solidFill>
                  <a:schemeClr val="tx2"/>
                </a:solidFill>
                <a:latin typeface="Aptos" panose="020B0004020202020204" pitchFamily="34" charset="0"/>
              </a:rPr>
              <a:t>Proprietary + Confidential</a:t>
            </a:r>
            <a:endParaRPr lang="en-PL" sz="120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CD52E8-597C-8C6C-2B96-9E5915638256}"/>
              </a:ext>
            </a:extLst>
          </p:cNvPr>
          <p:cNvSpPr txBox="1"/>
          <p:nvPr userDrawn="1"/>
        </p:nvSpPr>
        <p:spPr>
          <a:xfrm>
            <a:off x="11338907" y="6392597"/>
            <a:ext cx="157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BF891274-0C81-E04F-B4EE-3C561D46BB74}" type="slidenum">
              <a:rPr lang="en-GB" sz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ptos" panose="020B0004020202020204" pitchFamily="34" charset="0"/>
              </a:rPr>
              <a:pPr algn="r"/>
              <a:t>‹#›</a:t>
            </a:fld>
            <a:endParaRPr lang="en-PL" sz="1200">
              <a:solidFill>
                <a:schemeClr val="accent1">
                  <a:lumMod val="40000"/>
                  <a:lumOff val="60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97A0731-5EC6-E3AC-12E2-082B9A2525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643499" y="461962"/>
            <a:ext cx="18525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7330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DE2C9C5-7546-DB08-E270-A8A4C0EAAE66}"/>
              </a:ext>
            </a:extLst>
          </p:cNvPr>
          <p:cNvSpPr/>
          <p:nvPr userDrawn="1"/>
        </p:nvSpPr>
        <p:spPr>
          <a:xfrm>
            <a:off x="6096000" y="-3"/>
            <a:ext cx="6096000" cy="6858001"/>
          </a:xfrm>
          <a:custGeom>
            <a:avLst/>
            <a:gdLst>
              <a:gd name="connsiteX0" fmla="*/ 315992 w 6096002"/>
              <a:gd name="connsiteY0" fmla="*/ 0 h 6858001"/>
              <a:gd name="connsiteX1" fmla="*/ 6096002 w 6096002"/>
              <a:gd name="connsiteY1" fmla="*/ 0 h 6858001"/>
              <a:gd name="connsiteX2" fmla="*/ 6096002 w 6096002"/>
              <a:gd name="connsiteY2" fmla="*/ 6858001 h 6858001"/>
              <a:gd name="connsiteX3" fmla="*/ 315991 w 6096002"/>
              <a:gd name="connsiteY3" fmla="*/ 6858001 h 6858001"/>
              <a:gd name="connsiteX4" fmla="*/ 262159 w 6096002"/>
              <a:gd name="connsiteY4" fmla="*/ 6569372 h 6858001"/>
              <a:gd name="connsiteX5" fmla="*/ 0 w 6096002"/>
              <a:gd name="connsiteY5" fmla="*/ 3429002 h 6858001"/>
              <a:gd name="connsiteX6" fmla="*/ 262159 w 6096002"/>
              <a:gd name="connsiteY6" fmla="*/ 28863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1">
                <a:moveTo>
                  <a:pt x="315992" y="0"/>
                </a:moveTo>
                <a:lnTo>
                  <a:pt x="6096002" y="0"/>
                </a:lnTo>
                <a:lnTo>
                  <a:pt x="6096002" y="6858001"/>
                </a:lnTo>
                <a:lnTo>
                  <a:pt x="315991" y="6858001"/>
                </a:lnTo>
                <a:lnTo>
                  <a:pt x="262159" y="6569372"/>
                </a:lnTo>
                <a:cubicBezTo>
                  <a:pt x="92559" y="5590155"/>
                  <a:pt x="0" y="4532430"/>
                  <a:pt x="0" y="3429002"/>
                </a:cubicBezTo>
                <a:cubicBezTo>
                  <a:pt x="0" y="2325575"/>
                  <a:pt x="92559" y="1267850"/>
                  <a:pt x="262159" y="2886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1318469-5331-508F-6570-0F8E1A96E5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063" y="461962"/>
            <a:ext cx="8916988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b="1" i="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</a:lstStyle>
          <a:p>
            <a:pPr lvl="0"/>
            <a:r>
              <a:rPr lang="en-GB"/>
              <a:t>Slide title</a:t>
            </a:r>
            <a:endParaRPr lang="en-PL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CFD7D19-AB4B-463A-8727-1799905D1F32}"/>
              </a:ext>
            </a:extLst>
          </p:cNvPr>
          <p:cNvSpPr/>
          <p:nvPr userDrawn="1"/>
        </p:nvSpPr>
        <p:spPr>
          <a:xfrm>
            <a:off x="696000" y="1201003"/>
            <a:ext cx="5987433" cy="4989295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>
            <a:noFill/>
          </a:ln>
          <a:effectLst>
            <a:outerShdw blurRad="6096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1AEA63-7DAA-64B3-26CA-8723F4FA27F6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>
                <a:solidFill>
                  <a:schemeClr val="tx2"/>
                </a:solidFill>
                <a:latin typeface="Aptos" panose="020B0004020202020204" pitchFamily="34" charset="0"/>
              </a:rPr>
              <a:t>Proprietary + Confidential</a:t>
            </a:r>
            <a:endParaRPr lang="en-PL" sz="120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4ED9E-D85C-D859-E184-5C068F075D5B}"/>
              </a:ext>
            </a:extLst>
          </p:cNvPr>
          <p:cNvSpPr txBox="1"/>
          <p:nvPr userDrawn="1"/>
        </p:nvSpPr>
        <p:spPr>
          <a:xfrm>
            <a:off x="11338907" y="6392597"/>
            <a:ext cx="157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BF891274-0C81-E04F-B4EE-3C561D46BB74}" type="slidenum">
              <a:rPr lang="en-GB" sz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ptos" panose="020B0004020202020204" pitchFamily="34" charset="0"/>
              </a:rPr>
              <a:pPr algn="r"/>
              <a:t>‹#›</a:t>
            </a:fld>
            <a:endParaRPr lang="en-PL" sz="1200">
              <a:solidFill>
                <a:schemeClr val="accent1">
                  <a:lumMod val="40000"/>
                  <a:lumOff val="60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902ADB7-DD2D-62D2-14F9-579FD27D03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643499" y="461962"/>
            <a:ext cx="1852500" cy="360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5349575-928F-5C9D-A41C-5355A2902D57}"/>
              </a:ext>
            </a:extLst>
          </p:cNvPr>
          <p:cNvSpPr/>
          <p:nvPr userDrawn="1"/>
        </p:nvSpPr>
        <p:spPr>
          <a:xfrm rot="10800000">
            <a:off x="1" y="6750000"/>
            <a:ext cx="12192000" cy="10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12033542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BOX W.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DE2C9C5-7546-DB08-E270-A8A4C0EAAE66}"/>
              </a:ext>
            </a:extLst>
          </p:cNvPr>
          <p:cNvSpPr/>
          <p:nvPr userDrawn="1"/>
        </p:nvSpPr>
        <p:spPr>
          <a:xfrm>
            <a:off x="6096000" y="-3"/>
            <a:ext cx="6096000" cy="6858001"/>
          </a:xfrm>
          <a:custGeom>
            <a:avLst/>
            <a:gdLst>
              <a:gd name="connsiteX0" fmla="*/ 315992 w 6096002"/>
              <a:gd name="connsiteY0" fmla="*/ 0 h 6858001"/>
              <a:gd name="connsiteX1" fmla="*/ 6096002 w 6096002"/>
              <a:gd name="connsiteY1" fmla="*/ 0 h 6858001"/>
              <a:gd name="connsiteX2" fmla="*/ 6096002 w 6096002"/>
              <a:gd name="connsiteY2" fmla="*/ 6858001 h 6858001"/>
              <a:gd name="connsiteX3" fmla="*/ 315991 w 6096002"/>
              <a:gd name="connsiteY3" fmla="*/ 6858001 h 6858001"/>
              <a:gd name="connsiteX4" fmla="*/ 262159 w 6096002"/>
              <a:gd name="connsiteY4" fmla="*/ 6569372 h 6858001"/>
              <a:gd name="connsiteX5" fmla="*/ 0 w 6096002"/>
              <a:gd name="connsiteY5" fmla="*/ 3429002 h 6858001"/>
              <a:gd name="connsiteX6" fmla="*/ 262159 w 6096002"/>
              <a:gd name="connsiteY6" fmla="*/ 28863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1">
                <a:moveTo>
                  <a:pt x="315992" y="0"/>
                </a:moveTo>
                <a:lnTo>
                  <a:pt x="6096002" y="0"/>
                </a:lnTo>
                <a:lnTo>
                  <a:pt x="6096002" y="6858001"/>
                </a:lnTo>
                <a:lnTo>
                  <a:pt x="315991" y="6858001"/>
                </a:lnTo>
                <a:lnTo>
                  <a:pt x="262159" y="6569372"/>
                </a:lnTo>
                <a:cubicBezTo>
                  <a:pt x="92559" y="5590155"/>
                  <a:pt x="0" y="4532430"/>
                  <a:pt x="0" y="3429002"/>
                </a:cubicBezTo>
                <a:cubicBezTo>
                  <a:pt x="0" y="2325575"/>
                  <a:pt x="92559" y="1267850"/>
                  <a:pt x="262159" y="2886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1318469-5331-508F-6570-0F8E1A96E5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063" y="461962"/>
            <a:ext cx="8916988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b="1" i="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</a:lstStyle>
          <a:p>
            <a:pPr lvl="0"/>
            <a:r>
              <a:rPr lang="en-GB"/>
              <a:t>Slide title</a:t>
            </a:r>
            <a:endParaRPr lang="en-PL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E838429-050E-9613-B3E4-530F8A90B03A}"/>
              </a:ext>
            </a:extLst>
          </p:cNvPr>
          <p:cNvSpPr/>
          <p:nvPr userDrawn="1"/>
        </p:nvSpPr>
        <p:spPr>
          <a:xfrm>
            <a:off x="6096001" y="1201002"/>
            <a:ext cx="5399999" cy="4993200"/>
          </a:xfrm>
          <a:custGeom>
            <a:avLst/>
            <a:gdLst>
              <a:gd name="connsiteX0" fmla="*/ 130491 w 5399999"/>
              <a:gd name="connsiteY0" fmla="*/ 0 h 4989295"/>
              <a:gd name="connsiteX1" fmla="*/ 5280056 w 5399999"/>
              <a:gd name="connsiteY1" fmla="*/ 0 h 4989295"/>
              <a:gd name="connsiteX2" fmla="*/ 5399999 w 5399999"/>
              <a:gd name="connsiteY2" fmla="*/ 119943 h 4989295"/>
              <a:gd name="connsiteX3" fmla="*/ 5399999 w 5399999"/>
              <a:gd name="connsiteY3" fmla="*/ 4869352 h 4989295"/>
              <a:gd name="connsiteX4" fmla="*/ 5280056 w 5399999"/>
              <a:gd name="connsiteY4" fmla="*/ 4989295 h 4989295"/>
              <a:gd name="connsiteX5" fmla="*/ 201053 w 5399999"/>
              <a:gd name="connsiteY5" fmla="*/ 4989295 h 4989295"/>
              <a:gd name="connsiteX6" fmla="*/ 149647 w 5399999"/>
              <a:gd name="connsiteY6" fmla="*/ 4619749 h 4989295"/>
              <a:gd name="connsiteX7" fmla="*/ 0 w 5399999"/>
              <a:gd name="connsiteY7" fmla="*/ 2227999 h 4989295"/>
              <a:gd name="connsiteX8" fmla="*/ 104679 w 5399999"/>
              <a:gd name="connsiteY8" fmla="*/ 220640 h 498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99999" h="4989295">
                <a:moveTo>
                  <a:pt x="130491" y="0"/>
                </a:moveTo>
                <a:lnTo>
                  <a:pt x="5280056" y="0"/>
                </a:lnTo>
                <a:cubicBezTo>
                  <a:pt x="5346299" y="0"/>
                  <a:pt x="5399999" y="53700"/>
                  <a:pt x="5399999" y="119943"/>
                </a:cubicBezTo>
                <a:lnTo>
                  <a:pt x="5399999" y="4869352"/>
                </a:lnTo>
                <a:cubicBezTo>
                  <a:pt x="5399999" y="4935595"/>
                  <a:pt x="5346299" y="4989295"/>
                  <a:pt x="5280056" y="4989295"/>
                </a:cubicBezTo>
                <a:lnTo>
                  <a:pt x="201053" y="4989295"/>
                </a:lnTo>
                <a:lnTo>
                  <a:pt x="149647" y="4619749"/>
                </a:lnTo>
                <a:cubicBezTo>
                  <a:pt x="52065" y="3857433"/>
                  <a:pt x="0" y="3055570"/>
                  <a:pt x="0" y="2227999"/>
                </a:cubicBezTo>
                <a:cubicBezTo>
                  <a:pt x="0" y="1538357"/>
                  <a:pt x="36156" y="866568"/>
                  <a:pt x="104679" y="220640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95757C73-01D7-6644-7F95-188DCE95C8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5999" y="1201003"/>
            <a:ext cx="5593483" cy="4993200"/>
          </a:xfrm>
          <a:custGeom>
            <a:avLst/>
            <a:gdLst>
              <a:gd name="connsiteX0" fmla="*/ 0 w 5990400"/>
              <a:gd name="connsiteY0" fmla="*/ 109002 h 4993200"/>
              <a:gd name="connsiteX1" fmla="*/ 109002 w 5990400"/>
              <a:gd name="connsiteY1" fmla="*/ 0 h 4993200"/>
              <a:gd name="connsiteX2" fmla="*/ 5881398 w 5990400"/>
              <a:gd name="connsiteY2" fmla="*/ 0 h 4993200"/>
              <a:gd name="connsiteX3" fmla="*/ 5990400 w 5990400"/>
              <a:gd name="connsiteY3" fmla="*/ 109002 h 4993200"/>
              <a:gd name="connsiteX4" fmla="*/ 5990400 w 5990400"/>
              <a:gd name="connsiteY4" fmla="*/ 4884198 h 4993200"/>
              <a:gd name="connsiteX5" fmla="*/ 5881398 w 5990400"/>
              <a:gd name="connsiteY5" fmla="*/ 4993200 h 4993200"/>
              <a:gd name="connsiteX6" fmla="*/ 109002 w 5990400"/>
              <a:gd name="connsiteY6" fmla="*/ 4993200 h 4993200"/>
              <a:gd name="connsiteX7" fmla="*/ 0 w 5990400"/>
              <a:gd name="connsiteY7" fmla="*/ 4884198 h 4993200"/>
              <a:gd name="connsiteX8" fmla="*/ 0 w 5990400"/>
              <a:gd name="connsiteY8" fmla="*/ 109002 h 4993200"/>
              <a:gd name="connsiteX0" fmla="*/ 0 w 5990400"/>
              <a:gd name="connsiteY0" fmla="*/ 109002 h 4993200"/>
              <a:gd name="connsiteX1" fmla="*/ 109002 w 5990400"/>
              <a:gd name="connsiteY1" fmla="*/ 0 h 4993200"/>
              <a:gd name="connsiteX2" fmla="*/ 5529872 w 5990400"/>
              <a:gd name="connsiteY2" fmla="*/ 3620 h 4993200"/>
              <a:gd name="connsiteX3" fmla="*/ 5881398 w 5990400"/>
              <a:gd name="connsiteY3" fmla="*/ 0 h 4993200"/>
              <a:gd name="connsiteX4" fmla="*/ 5990400 w 5990400"/>
              <a:gd name="connsiteY4" fmla="*/ 109002 h 4993200"/>
              <a:gd name="connsiteX5" fmla="*/ 5990400 w 5990400"/>
              <a:gd name="connsiteY5" fmla="*/ 4884198 h 4993200"/>
              <a:gd name="connsiteX6" fmla="*/ 5881398 w 5990400"/>
              <a:gd name="connsiteY6" fmla="*/ 4993200 h 4993200"/>
              <a:gd name="connsiteX7" fmla="*/ 109002 w 5990400"/>
              <a:gd name="connsiteY7" fmla="*/ 4993200 h 4993200"/>
              <a:gd name="connsiteX8" fmla="*/ 0 w 5990400"/>
              <a:gd name="connsiteY8" fmla="*/ 4884198 h 4993200"/>
              <a:gd name="connsiteX9" fmla="*/ 0 w 5990400"/>
              <a:gd name="connsiteY9" fmla="*/ 109002 h 4993200"/>
              <a:gd name="connsiteX0" fmla="*/ 0 w 5990400"/>
              <a:gd name="connsiteY0" fmla="*/ 109002 h 4993200"/>
              <a:gd name="connsiteX1" fmla="*/ 109002 w 5990400"/>
              <a:gd name="connsiteY1" fmla="*/ 0 h 4993200"/>
              <a:gd name="connsiteX2" fmla="*/ 5529872 w 5990400"/>
              <a:gd name="connsiteY2" fmla="*/ 3620 h 4993200"/>
              <a:gd name="connsiteX3" fmla="*/ 5881398 w 5990400"/>
              <a:gd name="connsiteY3" fmla="*/ 0 h 4993200"/>
              <a:gd name="connsiteX4" fmla="*/ 5990400 w 5990400"/>
              <a:gd name="connsiteY4" fmla="*/ 109002 h 4993200"/>
              <a:gd name="connsiteX5" fmla="*/ 5990400 w 5990400"/>
              <a:gd name="connsiteY5" fmla="*/ 4884198 h 4993200"/>
              <a:gd name="connsiteX6" fmla="*/ 5881398 w 5990400"/>
              <a:gd name="connsiteY6" fmla="*/ 4993200 h 4993200"/>
              <a:gd name="connsiteX7" fmla="*/ 5593483 w 5990400"/>
              <a:gd name="connsiteY7" fmla="*/ 4993063 h 4993200"/>
              <a:gd name="connsiteX8" fmla="*/ 109002 w 5990400"/>
              <a:gd name="connsiteY8" fmla="*/ 4993200 h 4993200"/>
              <a:gd name="connsiteX9" fmla="*/ 0 w 5990400"/>
              <a:gd name="connsiteY9" fmla="*/ 4884198 h 4993200"/>
              <a:gd name="connsiteX10" fmla="*/ 0 w 5990400"/>
              <a:gd name="connsiteY10" fmla="*/ 109002 h 4993200"/>
              <a:gd name="connsiteX0" fmla="*/ 0 w 5990400"/>
              <a:gd name="connsiteY0" fmla="*/ 109002 h 4993200"/>
              <a:gd name="connsiteX1" fmla="*/ 109002 w 5990400"/>
              <a:gd name="connsiteY1" fmla="*/ 0 h 4993200"/>
              <a:gd name="connsiteX2" fmla="*/ 5529872 w 5990400"/>
              <a:gd name="connsiteY2" fmla="*/ 3620 h 4993200"/>
              <a:gd name="connsiteX3" fmla="*/ 5881398 w 5990400"/>
              <a:gd name="connsiteY3" fmla="*/ 0 h 4993200"/>
              <a:gd name="connsiteX4" fmla="*/ 5990400 w 5990400"/>
              <a:gd name="connsiteY4" fmla="*/ 109002 h 4993200"/>
              <a:gd name="connsiteX5" fmla="*/ 5990400 w 5990400"/>
              <a:gd name="connsiteY5" fmla="*/ 4884198 h 4993200"/>
              <a:gd name="connsiteX6" fmla="*/ 5881398 w 5990400"/>
              <a:gd name="connsiteY6" fmla="*/ 4993200 h 4993200"/>
              <a:gd name="connsiteX7" fmla="*/ 5593483 w 5990400"/>
              <a:gd name="connsiteY7" fmla="*/ 4993063 h 4993200"/>
              <a:gd name="connsiteX8" fmla="*/ 109002 w 5990400"/>
              <a:gd name="connsiteY8" fmla="*/ 4993200 h 4993200"/>
              <a:gd name="connsiteX9" fmla="*/ 0 w 5990400"/>
              <a:gd name="connsiteY9" fmla="*/ 4884198 h 4993200"/>
              <a:gd name="connsiteX10" fmla="*/ 0 w 5990400"/>
              <a:gd name="connsiteY10" fmla="*/ 109002 h 4993200"/>
              <a:gd name="connsiteX0" fmla="*/ 0 w 5990400"/>
              <a:gd name="connsiteY0" fmla="*/ 109002 h 4993200"/>
              <a:gd name="connsiteX1" fmla="*/ 109002 w 5990400"/>
              <a:gd name="connsiteY1" fmla="*/ 0 h 4993200"/>
              <a:gd name="connsiteX2" fmla="*/ 5529872 w 5990400"/>
              <a:gd name="connsiteY2" fmla="*/ 3620 h 4993200"/>
              <a:gd name="connsiteX3" fmla="*/ 5881398 w 5990400"/>
              <a:gd name="connsiteY3" fmla="*/ 0 h 4993200"/>
              <a:gd name="connsiteX4" fmla="*/ 5990400 w 5990400"/>
              <a:gd name="connsiteY4" fmla="*/ 109002 h 4993200"/>
              <a:gd name="connsiteX5" fmla="*/ 5990400 w 5990400"/>
              <a:gd name="connsiteY5" fmla="*/ 4884198 h 4993200"/>
              <a:gd name="connsiteX6" fmla="*/ 5881398 w 5990400"/>
              <a:gd name="connsiteY6" fmla="*/ 4993200 h 4993200"/>
              <a:gd name="connsiteX7" fmla="*/ 5593483 w 5990400"/>
              <a:gd name="connsiteY7" fmla="*/ 4993063 h 4993200"/>
              <a:gd name="connsiteX8" fmla="*/ 109002 w 5990400"/>
              <a:gd name="connsiteY8" fmla="*/ 4993200 h 4993200"/>
              <a:gd name="connsiteX9" fmla="*/ 0 w 5990400"/>
              <a:gd name="connsiteY9" fmla="*/ 4884198 h 4993200"/>
              <a:gd name="connsiteX10" fmla="*/ 0 w 5990400"/>
              <a:gd name="connsiteY10" fmla="*/ 109002 h 4993200"/>
              <a:gd name="connsiteX0" fmla="*/ 0 w 5990400"/>
              <a:gd name="connsiteY0" fmla="*/ 109002 h 4993200"/>
              <a:gd name="connsiteX1" fmla="*/ 109002 w 5990400"/>
              <a:gd name="connsiteY1" fmla="*/ 0 h 4993200"/>
              <a:gd name="connsiteX2" fmla="*/ 5529872 w 5990400"/>
              <a:gd name="connsiteY2" fmla="*/ 3620 h 4993200"/>
              <a:gd name="connsiteX3" fmla="*/ 5396369 w 5990400"/>
              <a:gd name="connsiteY3" fmla="*/ 2715371 h 4993200"/>
              <a:gd name="connsiteX4" fmla="*/ 5990400 w 5990400"/>
              <a:gd name="connsiteY4" fmla="*/ 109002 h 4993200"/>
              <a:gd name="connsiteX5" fmla="*/ 5990400 w 5990400"/>
              <a:gd name="connsiteY5" fmla="*/ 4884198 h 4993200"/>
              <a:gd name="connsiteX6" fmla="*/ 5881398 w 5990400"/>
              <a:gd name="connsiteY6" fmla="*/ 4993200 h 4993200"/>
              <a:gd name="connsiteX7" fmla="*/ 5593483 w 5990400"/>
              <a:gd name="connsiteY7" fmla="*/ 4993063 h 4993200"/>
              <a:gd name="connsiteX8" fmla="*/ 109002 w 5990400"/>
              <a:gd name="connsiteY8" fmla="*/ 4993200 h 4993200"/>
              <a:gd name="connsiteX9" fmla="*/ 0 w 5990400"/>
              <a:gd name="connsiteY9" fmla="*/ 4884198 h 4993200"/>
              <a:gd name="connsiteX10" fmla="*/ 0 w 5990400"/>
              <a:gd name="connsiteY10" fmla="*/ 109002 h 4993200"/>
              <a:gd name="connsiteX0" fmla="*/ 0 w 5990400"/>
              <a:gd name="connsiteY0" fmla="*/ 109002 h 4993200"/>
              <a:gd name="connsiteX1" fmla="*/ 109002 w 5990400"/>
              <a:gd name="connsiteY1" fmla="*/ 0 h 4993200"/>
              <a:gd name="connsiteX2" fmla="*/ 5529872 w 5990400"/>
              <a:gd name="connsiteY2" fmla="*/ 3620 h 4993200"/>
              <a:gd name="connsiteX3" fmla="*/ 5396369 w 5990400"/>
              <a:gd name="connsiteY3" fmla="*/ 2715371 h 4993200"/>
              <a:gd name="connsiteX4" fmla="*/ 5990400 w 5990400"/>
              <a:gd name="connsiteY4" fmla="*/ 4884198 h 4993200"/>
              <a:gd name="connsiteX5" fmla="*/ 5881398 w 5990400"/>
              <a:gd name="connsiteY5" fmla="*/ 4993200 h 4993200"/>
              <a:gd name="connsiteX6" fmla="*/ 5593483 w 5990400"/>
              <a:gd name="connsiteY6" fmla="*/ 4993063 h 4993200"/>
              <a:gd name="connsiteX7" fmla="*/ 109002 w 5990400"/>
              <a:gd name="connsiteY7" fmla="*/ 4993200 h 4993200"/>
              <a:gd name="connsiteX8" fmla="*/ 0 w 5990400"/>
              <a:gd name="connsiteY8" fmla="*/ 4884198 h 4993200"/>
              <a:gd name="connsiteX9" fmla="*/ 0 w 5990400"/>
              <a:gd name="connsiteY9" fmla="*/ 109002 h 4993200"/>
              <a:gd name="connsiteX0" fmla="*/ 0 w 5881398"/>
              <a:gd name="connsiteY0" fmla="*/ 109002 h 4993200"/>
              <a:gd name="connsiteX1" fmla="*/ 109002 w 5881398"/>
              <a:gd name="connsiteY1" fmla="*/ 0 h 4993200"/>
              <a:gd name="connsiteX2" fmla="*/ 5529872 w 5881398"/>
              <a:gd name="connsiteY2" fmla="*/ 3620 h 4993200"/>
              <a:gd name="connsiteX3" fmla="*/ 5396369 w 5881398"/>
              <a:gd name="connsiteY3" fmla="*/ 2715371 h 4993200"/>
              <a:gd name="connsiteX4" fmla="*/ 5881398 w 5881398"/>
              <a:gd name="connsiteY4" fmla="*/ 4993200 h 4993200"/>
              <a:gd name="connsiteX5" fmla="*/ 5593483 w 5881398"/>
              <a:gd name="connsiteY5" fmla="*/ 4993063 h 4993200"/>
              <a:gd name="connsiteX6" fmla="*/ 109002 w 5881398"/>
              <a:gd name="connsiteY6" fmla="*/ 4993200 h 4993200"/>
              <a:gd name="connsiteX7" fmla="*/ 0 w 5881398"/>
              <a:gd name="connsiteY7" fmla="*/ 4884198 h 4993200"/>
              <a:gd name="connsiteX8" fmla="*/ 0 w 5881398"/>
              <a:gd name="connsiteY8" fmla="*/ 109002 h 4993200"/>
              <a:gd name="connsiteX0" fmla="*/ 0 w 5941751"/>
              <a:gd name="connsiteY0" fmla="*/ 109002 h 4993200"/>
              <a:gd name="connsiteX1" fmla="*/ 109002 w 5941751"/>
              <a:gd name="connsiteY1" fmla="*/ 0 h 4993200"/>
              <a:gd name="connsiteX2" fmla="*/ 5529872 w 5941751"/>
              <a:gd name="connsiteY2" fmla="*/ 3620 h 4993200"/>
              <a:gd name="connsiteX3" fmla="*/ 5396369 w 5941751"/>
              <a:gd name="connsiteY3" fmla="*/ 2715371 h 4993200"/>
              <a:gd name="connsiteX4" fmla="*/ 5593483 w 5941751"/>
              <a:gd name="connsiteY4" fmla="*/ 4993063 h 4993200"/>
              <a:gd name="connsiteX5" fmla="*/ 109002 w 5941751"/>
              <a:gd name="connsiteY5" fmla="*/ 4993200 h 4993200"/>
              <a:gd name="connsiteX6" fmla="*/ 0 w 5941751"/>
              <a:gd name="connsiteY6" fmla="*/ 4884198 h 4993200"/>
              <a:gd name="connsiteX7" fmla="*/ 0 w 5941751"/>
              <a:gd name="connsiteY7" fmla="*/ 109002 h 4993200"/>
              <a:gd name="connsiteX0" fmla="*/ 0 w 6243962"/>
              <a:gd name="connsiteY0" fmla="*/ 109002 h 4993200"/>
              <a:gd name="connsiteX1" fmla="*/ 109002 w 6243962"/>
              <a:gd name="connsiteY1" fmla="*/ 0 h 4993200"/>
              <a:gd name="connsiteX2" fmla="*/ 5529872 w 6243962"/>
              <a:gd name="connsiteY2" fmla="*/ 3620 h 4993200"/>
              <a:gd name="connsiteX3" fmla="*/ 5593483 w 6243962"/>
              <a:gd name="connsiteY3" fmla="*/ 4993063 h 4993200"/>
              <a:gd name="connsiteX4" fmla="*/ 109002 w 6243962"/>
              <a:gd name="connsiteY4" fmla="*/ 4993200 h 4993200"/>
              <a:gd name="connsiteX5" fmla="*/ 0 w 6243962"/>
              <a:gd name="connsiteY5" fmla="*/ 4884198 h 4993200"/>
              <a:gd name="connsiteX6" fmla="*/ 0 w 6243962"/>
              <a:gd name="connsiteY6" fmla="*/ 109002 h 4993200"/>
              <a:gd name="connsiteX0" fmla="*/ 0 w 5881222"/>
              <a:gd name="connsiteY0" fmla="*/ 109002 h 4993200"/>
              <a:gd name="connsiteX1" fmla="*/ 109002 w 5881222"/>
              <a:gd name="connsiteY1" fmla="*/ 0 h 4993200"/>
              <a:gd name="connsiteX2" fmla="*/ 5529872 w 5881222"/>
              <a:gd name="connsiteY2" fmla="*/ 3620 h 4993200"/>
              <a:gd name="connsiteX3" fmla="*/ 5593483 w 5881222"/>
              <a:gd name="connsiteY3" fmla="*/ 4993063 h 4993200"/>
              <a:gd name="connsiteX4" fmla="*/ 109002 w 5881222"/>
              <a:gd name="connsiteY4" fmla="*/ 4993200 h 4993200"/>
              <a:gd name="connsiteX5" fmla="*/ 0 w 5881222"/>
              <a:gd name="connsiteY5" fmla="*/ 4884198 h 4993200"/>
              <a:gd name="connsiteX6" fmla="*/ 0 w 5881222"/>
              <a:gd name="connsiteY6" fmla="*/ 109002 h 4993200"/>
              <a:gd name="connsiteX0" fmla="*/ 0 w 5593483"/>
              <a:gd name="connsiteY0" fmla="*/ 109002 h 4993200"/>
              <a:gd name="connsiteX1" fmla="*/ 109002 w 5593483"/>
              <a:gd name="connsiteY1" fmla="*/ 0 h 4993200"/>
              <a:gd name="connsiteX2" fmla="*/ 5529872 w 5593483"/>
              <a:gd name="connsiteY2" fmla="*/ 3620 h 4993200"/>
              <a:gd name="connsiteX3" fmla="*/ 5593483 w 5593483"/>
              <a:gd name="connsiteY3" fmla="*/ 4993063 h 4993200"/>
              <a:gd name="connsiteX4" fmla="*/ 109002 w 5593483"/>
              <a:gd name="connsiteY4" fmla="*/ 4993200 h 4993200"/>
              <a:gd name="connsiteX5" fmla="*/ 0 w 5593483"/>
              <a:gd name="connsiteY5" fmla="*/ 4884198 h 4993200"/>
              <a:gd name="connsiteX6" fmla="*/ 0 w 5593483"/>
              <a:gd name="connsiteY6" fmla="*/ 109002 h 4993200"/>
              <a:gd name="connsiteX0" fmla="*/ 0 w 5593483"/>
              <a:gd name="connsiteY0" fmla="*/ 109002 h 4993200"/>
              <a:gd name="connsiteX1" fmla="*/ 109002 w 5593483"/>
              <a:gd name="connsiteY1" fmla="*/ 0 h 4993200"/>
              <a:gd name="connsiteX2" fmla="*/ 5529872 w 5593483"/>
              <a:gd name="connsiteY2" fmla="*/ 3620 h 4993200"/>
              <a:gd name="connsiteX3" fmla="*/ 5593483 w 5593483"/>
              <a:gd name="connsiteY3" fmla="*/ 4993063 h 4993200"/>
              <a:gd name="connsiteX4" fmla="*/ 109002 w 5593483"/>
              <a:gd name="connsiteY4" fmla="*/ 4993200 h 4993200"/>
              <a:gd name="connsiteX5" fmla="*/ 0 w 5593483"/>
              <a:gd name="connsiteY5" fmla="*/ 4884198 h 4993200"/>
              <a:gd name="connsiteX6" fmla="*/ 0 w 5593483"/>
              <a:gd name="connsiteY6" fmla="*/ 109002 h 499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93483" h="4993200">
                <a:moveTo>
                  <a:pt x="0" y="109002"/>
                </a:moveTo>
                <a:cubicBezTo>
                  <a:pt x="0" y="48802"/>
                  <a:pt x="48802" y="0"/>
                  <a:pt x="109002" y="0"/>
                </a:cubicBezTo>
                <a:lnTo>
                  <a:pt x="5529872" y="3620"/>
                </a:lnTo>
                <a:cubicBezTo>
                  <a:pt x="5342696" y="1539488"/>
                  <a:pt x="5359925" y="3306701"/>
                  <a:pt x="5593483" y="4993063"/>
                </a:cubicBezTo>
                <a:lnTo>
                  <a:pt x="109002" y="4993200"/>
                </a:lnTo>
                <a:cubicBezTo>
                  <a:pt x="48802" y="4993200"/>
                  <a:pt x="0" y="4944398"/>
                  <a:pt x="0" y="4884198"/>
                </a:cubicBezTo>
                <a:lnTo>
                  <a:pt x="0" y="109002"/>
                </a:lnTo>
                <a:close/>
              </a:path>
            </a:pathLst>
          </a:cu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PL"/>
              <a:t>Click icon</a:t>
            </a:r>
          </a:p>
          <a:p>
            <a:r>
              <a:rPr lang="en-PL"/>
              <a:t>to add image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658297-D58E-A138-C6CF-BBFAA580D52B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>
                <a:solidFill>
                  <a:schemeClr val="tx2"/>
                </a:solidFill>
                <a:latin typeface="Aptos" panose="020B0004020202020204" pitchFamily="34" charset="0"/>
              </a:rPr>
              <a:t>Proprietary + Confidential</a:t>
            </a:r>
            <a:endParaRPr lang="en-PL" sz="120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F7B097-3C8F-093E-6F05-F9E31822E8A7}"/>
              </a:ext>
            </a:extLst>
          </p:cNvPr>
          <p:cNvSpPr txBox="1"/>
          <p:nvPr userDrawn="1"/>
        </p:nvSpPr>
        <p:spPr>
          <a:xfrm>
            <a:off x="11338907" y="6392597"/>
            <a:ext cx="157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BF891274-0C81-E04F-B4EE-3C561D46BB74}" type="slidenum">
              <a:rPr lang="en-GB" sz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ptos" panose="020B0004020202020204" pitchFamily="34" charset="0"/>
              </a:rPr>
              <a:pPr algn="r"/>
              <a:t>‹#›</a:t>
            </a:fld>
            <a:endParaRPr lang="en-PL" sz="1200">
              <a:solidFill>
                <a:schemeClr val="accent1">
                  <a:lumMod val="40000"/>
                  <a:lumOff val="60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DEF52F4-D10C-A9AA-9D6C-87A0DD676E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643499" y="461962"/>
            <a:ext cx="1852500" cy="360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8805E8-490C-1476-F052-87B99ED637A1}"/>
              </a:ext>
            </a:extLst>
          </p:cNvPr>
          <p:cNvSpPr/>
          <p:nvPr userDrawn="1"/>
        </p:nvSpPr>
        <p:spPr>
          <a:xfrm rot="10800000">
            <a:off x="1" y="6750000"/>
            <a:ext cx="12192000" cy="10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6673164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W.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8ADBF778-7437-2B71-E499-645164AA66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3513" y="-3"/>
            <a:ext cx="6098484" cy="6858003"/>
          </a:xfrm>
          <a:custGeom>
            <a:avLst/>
            <a:gdLst>
              <a:gd name="connsiteX0" fmla="*/ 0 w 5772911"/>
              <a:gd name="connsiteY0" fmla="*/ 0 h 6858003"/>
              <a:gd name="connsiteX1" fmla="*/ 5772911 w 5772911"/>
              <a:gd name="connsiteY1" fmla="*/ 0 h 6858003"/>
              <a:gd name="connsiteX2" fmla="*/ 5772911 w 5772911"/>
              <a:gd name="connsiteY2" fmla="*/ 6858003 h 6858003"/>
              <a:gd name="connsiteX3" fmla="*/ 0 w 5772911"/>
              <a:gd name="connsiteY3" fmla="*/ 6858003 h 6858003"/>
              <a:gd name="connsiteX4" fmla="*/ 0 w 5772911"/>
              <a:gd name="connsiteY4" fmla="*/ 0 h 6858003"/>
              <a:gd name="connsiteX0" fmla="*/ 124629 w 5897540"/>
              <a:gd name="connsiteY0" fmla="*/ 0 h 6858003"/>
              <a:gd name="connsiteX1" fmla="*/ 5897540 w 5897540"/>
              <a:gd name="connsiteY1" fmla="*/ 0 h 6858003"/>
              <a:gd name="connsiteX2" fmla="*/ 5897540 w 5897540"/>
              <a:gd name="connsiteY2" fmla="*/ 6858003 h 6858003"/>
              <a:gd name="connsiteX3" fmla="*/ 124629 w 5897540"/>
              <a:gd name="connsiteY3" fmla="*/ 6858003 h 6858003"/>
              <a:gd name="connsiteX4" fmla="*/ 124629 w 5897540"/>
              <a:gd name="connsiteY4" fmla="*/ 0 h 6858003"/>
              <a:gd name="connsiteX0" fmla="*/ 210312 w 5983223"/>
              <a:gd name="connsiteY0" fmla="*/ 0 h 6858003"/>
              <a:gd name="connsiteX1" fmla="*/ 5983223 w 5983223"/>
              <a:gd name="connsiteY1" fmla="*/ 0 h 6858003"/>
              <a:gd name="connsiteX2" fmla="*/ 5983223 w 5983223"/>
              <a:gd name="connsiteY2" fmla="*/ 6858003 h 6858003"/>
              <a:gd name="connsiteX3" fmla="*/ 210312 w 5983223"/>
              <a:gd name="connsiteY3" fmla="*/ 6858003 h 6858003"/>
              <a:gd name="connsiteX4" fmla="*/ 210312 w 5983223"/>
              <a:gd name="connsiteY4" fmla="*/ 0 h 6858003"/>
              <a:gd name="connsiteX0" fmla="*/ 218138 w 5991049"/>
              <a:gd name="connsiteY0" fmla="*/ 0 h 6858003"/>
              <a:gd name="connsiteX1" fmla="*/ 5991049 w 5991049"/>
              <a:gd name="connsiteY1" fmla="*/ 0 h 6858003"/>
              <a:gd name="connsiteX2" fmla="*/ 5991049 w 5991049"/>
              <a:gd name="connsiteY2" fmla="*/ 6858003 h 6858003"/>
              <a:gd name="connsiteX3" fmla="*/ 218138 w 5991049"/>
              <a:gd name="connsiteY3" fmla="*/ 6858003 h 6858003"/>
              <a:gd name="connsiteX4" fmla="*/ 218138 w 5991049"/>
              <a:gd name="connsiteY4" fmla="*/ 0 h 6858003"/>
              <a:gd name="connsiteX0" fmla="*/ 229202 w 6002113"/>
              <a:gd name="connsiteY0" fmla="*/ 0 h 6858003"/>
              <a:gd name="connsiteX1" fmla="*/ 6002113 w 6002113"/>
              <a:gd name="connsiteY1" fmla="*/ 0 h 6858003"/>
              <a:gd name="connsiteX2" fmla="*/ 6002113 w 6002113"/>
              <a:gd name="connsiteY2" fmla="*/ 6858003 h 6858003"/>
              <a:gd name="connsiteX3" fmla="*/ 229202 w 6002113"/>
              <a:gd name="connsiteY3" fmla="*/ 6858003 h 6858003"/>
              <a:gd name="connsiteX4" fmla="*/ 229202 w 6002113"/>
              <a:gd name="connsiteY4" fmla="*/ 0 h 6858003"/>
              <a:gd name="connsiteX0" fmla="*/ 287152 w 6060063"/>
              <a:gd name="connsiteY0" fmla="*/ 0 h 6858003"/>
              <a:gd name="connsiteX1" fmla="*/ 6060063 w 6060063"/>
              <a:gd name="connsiteY1" fmla="*/ 0 h 6858003"/>
              <a:gd name="connsiteX2" fmla="*/ 6060063 w 6060063"/>
              <a:gd name="connsiteY2" fmla="*/ 6858003 h 6858003"/>
              <a:gd name="connsiteX3" fmla="*/ 287152 w 6060063"/>
              <a:gd name="connsiteY3" fmla="*/ 6858003 h 6858003"/>
              <a:gd name="connsiteX4" fmla="*/ 287152 w 6060063"/>
              <a:gd name="connsiteY4" fmla="*/ 0 h 6858003"/>
              <a:gd name="connsiteX0" fmla="*/ 322044 w 6094955"/>
              <a:gd name="connsiteY0" fmla="*/ 0 h 6858003"/>
              <a:gd name="connsiteX1" fmla="*/ 6094955 w 6094955"/>
              <a:gd name="connsiteY1" fmla="*/ 0 h 6858003"/>
              <a:gd name="connsiteX2" fmla="*/ 6094955 w 6094955"/>
              <a:gd name="connsiteY2" fmla="*/ 6858003 h 6858003"/>
              <a:gd name="connsiteX3" fmla="*/ 322044 w 6094955"/>
              <a:gd name="connsiteY3" fmla="*/ 6858003 h 6858003"/>
              <a:gd name="connsiteX4" fmla="*/ 322044 w 6094955"/>
              <a:gd name="connsiteY4" fmla="*/ 0 h 6858003"/>
              <a:gd name="connsiteX0" fmla="*/ 323856 w 6096767"/>
              <a:gd name="connsiteY0" fmla="*/ 0 h 6858003"/>
              <a:gd name="connsiteX1" fmla="*/ 6096767 w 6096767"/>
              <a:gd name="connsiteY1" fmla="*/ 0 h 6858003"/>
              <a:gd name="connsiteX2" fmla="*/ 6096767 w 6096767"/>
              <a:gd name="connsiteY2" fmla="*/ 6858003 h 6858003"/>
              <a:gd name="connsiteX3" fmla="*/ 323856 w 6096767"/>
              <a:gd name="connsiteY3" fmla="*/ 6858003 h 6858003"/>
              <a:gd name="connsiteX4" fmla="*/ 323856 w 6096767"/>
              <a:gd name="connsiteY4" fmla="*/ 0 h 6858003"/>
              <a:gd name="connsiteX0" fmla="*/ 340409 w 6113320"/>
              <a:gd name="connsiteY0" fmla="*/ 0 h 6858003"/>
              <a:gd name="connsiteX1" fmla="*/ 6113320 w 6113320"/>
              <a:gd name="connsiteY1" fmla="*/ 0 h 6858003"/>
              <a:gd name="connsiteX2" fmla="*/ 6113320 w 6113320"/>
              <a:gd name="connsiteY2" fmla="*/ 6858003 h 6858003"/>
              <a:gd name="connsiteX3" fmla="*/ 340409 w 6113320"/>
              <a:gd name="connsiteY3" fmla="*/ 6858003 h 6858003"/>
              <a:gd name="connsiteX4" fmla="*/ 340409 w 6113320"/>
              <a:gd name="connsiteY4" fmla="*/ 0 h 6858003"/>
              <a:gd name="connsiteX0" fmla="*/ 344108 w 6117019"/>
              <a:gd name="connsiteY0" fmla="*/ 0 h 6858003"/>
              <a:gd name="connsiteX1" fmla="*/ 6117019 w 6117019"/>
              <a:gd name="connsiteY1" fmla="*/ 0 h 6858003"/>
              <a:gd name="connsiteX2" fmla="*/ 6117019 w 6117019"/>
              <a:gd name="connsiteY2" fmla="*/ 6858003 h 6858003"/>
              <a:gd name="connsiteX3" fmla="*/ 344108 w 6117019"/>
              <a:gd name="connsiteY3" fmla="*/ 6858003 h 6858003"/>
              <a:gd name="connsiteX4" fmla="*/ 344108 w 6117019"/>
              <a:gd name="connsiteY4" fmla="*/ 0 h 6858003"/>
              <a:gd name="connsiteX0" fmla="*/ 324030 w 6096941"/>
              <a:gd name="connsiteY0" fmla="*/ 0 h 6858003"/>
              <a:gd name="connsiteX1" fmla="*/ 6096941 w 6096941"/>
              <a:gd name="connsiteY1" fmla="*/ 0 h 6858003"/>
              <a:gd name="connsiteX2" fmla="*/ 6096941 w 6096941"/>
              <a:gd name="connsiteY2" fmla="*/ 6858003 h 6858003"/>
              <a:gd name="connsiteX3" fmla="*/ 324030 w 6096941"/>
              <a:gd name="connsiteY3" fmla="*/ 6858003 h 6858003"/>
              <a:gd name="connsiteX4" fmla="*/ 324030 w 6096941"/>
              <a:gd name="connsiteY4" fmla="*/ 0 h 6858003"/>
              <a:gd name="connsiteX0" fmla="*/ 314546 w 6087457"/>
              <a:gd name="connsiteY0" fmla="*/ 0 h 6858003"/>
              <a:gd name="connsiteX1" fmla="*/ 6087457 w 6087457"/>
              <a:gd name="connsiteY1" fmla="*/ 0 h 6858003"/>
              <a:gd name="connsiteX2" fmla="*/ 6087457 w 6087457"/>
              <a:gd name="connsiteY2" fmla="*/ 6858003 h 6858003"/>
              <a:gd name="connsiteX3" fmla="*/ 314546 w 6087457"/>
              <a:gd name="connsiteY3" fmla="*/ 6858003 h 6858003"/>
              <a:gd name="connsiteX4" fmla="*/ 314546 w 6087457"/>
              <a:gd name="connsiteY4" fmla="*/ 0 h 6858003"/>
              <a:gd name="connsiteX0" fmla="*/ 325573 w 6098484"/>
              <a:gd name="connsiteY0" fmla="*/ 0 h 6858003"/>
              <a:gd name="connsiteX1" fmla="*/ 6098484 w 6098484"/>
              <a:gd name="connsiteY1" fmla="*/ 0 h 6858003"/>
              <a:gd name="connsiteX2" fmla="*/ 6098484 w 6098484"/>
              <a:gd name="connsiteY2" fmla="*/ 6858003 h 6858003"/>
              <a:gd name="connsiteX3" fmla="*/ 325573 w 6098484"/>
              <a:gd name="connsiteY3" fmla="*/ 6858003 h 6858003"/>
              <a:gd name="connsiteX4" fmla="*/ 325573 w 6098484"/>
              <a:gd name="connsiteY4" fmla="*/ 0 h 685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8484" h="6858003">
                <a:moveTo>
                  <a:pt x="325573" y="0"/>
                </a:moveTo>
                <a:lnTo>
                  <a:pt x="6098484" y="0"/>
                </a:lnTo>
                <a:lnTo>
                  <a:pt x="6098484" y="6858003"/>
                </a:lnTo>
                <a:lnTo>
                  <a:pt x="325573" y="6858003"/>
                </a:lnTo>
                <a:cubicBezTo>
                  <a:pt x="-108984" y="4499628"/>
                  <a:pt x="-108067" y="2371181"/>
                  <a:pt x="325573" y="0"/>
                </a:cubicBezTo>
                <a:close/>
              </a:path>
            </a:pathLst>
          </a:cu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PL"/>
              <a:t>Click icon</a:t>
            </a:r>
          </a:p>
          <a:p>
            <a:endParaRPr lang="en-PL"/>
          </a:p>
          <a:p>
            <a:r>
              <a:rPr lang="en-PL"/>
              <a:t>to add image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1318469-5331-508F-6570-0F8E1A96E5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063" y="461962"/>
            <a:ext cx="8916988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b="1" i="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</a:lstStyle>
          <a:p>
            <a:pPr lvl="0"/>
            <a:r>
              <a:rPr lang="en-GB"/>
              <a:t>Slide title</a:t>
            </a:r>
            <a:endParaRPr lang="en-P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D9216A-14C7-C67C-235C-C5D842E18CFB}"/>
              </a:ext>
            </a:extLst>
          </p:cNvPr>
          <p:cNvSpPr/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134FE2-4D61-A7D1-26CE-1AB3ED4A4082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 dirty="0">
                <a:solidFill>
                  <a:schemeClr val="tx2"/>
                </a:solidFill>
                <a:latin typeface="Aptos" panose="020B0004020202020204" pitchFamily="34" charset="0"/>
              </a:rPr>
              <a:t>Proprietary + Confidential</a:t>
            </a:r>
            <a:endParaRPr lang="en-PL" sz="1200" dirty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36A855-60E6-BE07-B277-2152D0F7BE14}"/>
              </a:ext>
            </a:extLst>
          </p:cNvPr>
          <p:cNvSpPr txBox="1"/>
          <p:nvPr userDrawn="1"/>
        </p:nvSpPr>
        <p:spPr>
          <a:xfrm>
            <a:off x="11338907" y="6392597"/>
            <a:ext cx="157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BF891274-0C81-E04F-B4EE-3C561D46BB74}" type="slidenum">
              <a:rPr lang="en-GB" sz="1200" smtClean="0">
                <a:solidFill>
                  <a:schemeClr val="tx2"/>
                </a:solidFill>
                <a:latin typeface="Aptos" panose="020B0004020202020204" pitchFamily="34" charset="0"/>
              </a:rPr>
              <a:pPr algn="r"/>
              <a:t>‹#›</a:t>
            </a:fld>
            <a:endParaRPr lang="en-PL" sz="1200" dirty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AA551D4-8DC5-1535-33D5-2989938FAD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643499" y="461962"/>
            <a:ext cx="18525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6766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WIDTH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1318469-5331-508F-6570-0F8E1A96E5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063" y="461962"/>
            <a:ext cx="8916988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b="1" i="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</a:lstStyle>
          <a:p>
            <a:pPr lvl="0"/>
            <a:r>
              <a:rPr lang="en-GB"/>
              <a:t>Slide title</a:t>
            </a:r>
            <a:endParaRPr lang="en-PL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A53D1D0-5A9B-1ABE-6056-8C2CD2EAB5D8}"/>
              </a:ext>
            </a:extLst>
          </p:cNvPr>
          <p:cNvSpPr/>
          <p:nvPr userDrawn="1"/>
        </p:nvSpPr>
        <p:spPr>
          <a:xfrm>
            <a:off x="6455999" y="1201003"/>
            <a:ext cx="5040000" cy="4989295"/>
          </a:xfrm>
          <a:prstGeom prst="roundRect">
            <a:avLst>
              <a:gd name="adj" fmla="val 2404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A42FD0-0EDA-E6AA-60A8-0B0A27C64F13}"/>
              </a:ext>
            </a:extLst>
          </p:cNvPr>
          <p:cNvSpPr/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5F2ECA-2BC3-A943-0FF6-870EB36F0C50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 dirty="0">
                <a:solidFill>
                  <a:schemeClr val="tx2"/>
                </a:solidFill>
                <a:latin typeface="Aptos" panose="020B0004020202020204" pitchFamily="34" charset="0"/>
              </a:rPr>
              <a:t>Proprietary + Confidential</a:t>
            </a:r>
            <a:endParaRPr lang="en-PL" sz="1200" dirty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E2CF95-2A8E-3726-8A03-42DB7018DAEB}"/>
              </a:ext>
            </a:extLst>
          </p:cNvPr>
          <p:cNvSpPr txBox="1"/>
          <p:nvPr userDrawn="1"/>
        </p:nvSpPr>
        <p:spPr>
          <a:xfrm>
            <a:off x="11338907" y="6392597"/>
            <a:ext cx="157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BF891274-0C81-E04F-B4EE-3C561D46BB74}" type="slidenum">
              <a:rPr lang="en-GB" sz="1200" smtClean="0">
                <a:solidFill>
                  <a:schemeClr val="tx2"/>
                </a:solidFill>
                <a:latin typeface="Aptos" panose="020B0004020202020204" pitchFamily="34" charset="0"/>
              </a:rPr>
              <a:pPr algn="r"/>
              <a:t>‹#›</a:t>
            </a:fld>
            <a:endParaRPr lang="en-PL" sz="1200" dirty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4E56360-700F-51DE-A04A-1690890232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643499" y="461962"/>
            <a:ext cx="18525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5858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1318469-5331-508F-6570-0F8E1A96E5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063" y="461962"/>
            <a:ext cx="8916988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b="1" i="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</a:lstStyle>
          <a:p>
            <a:pPr lvl="0"/>
            <a:r>
              <a:rPr lang="en-GB"/>
              <a:t>Slide title</a:t>
            </a:r>
            <a:endParaRPr lang="en-PL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E03A2AB-2A67-9C39-3800-CBD2D6043B9A}"/>
              </a:ext>
            </a:extLst>
          </p:cNvPr>
          <p:cNvSpPr/>
          <p:nvPr userDrawn="1"/>
        </p:nvSpPr>
        <p:spPr>
          <a:xfrm>
            <a:off x="696000" y="1201003"/>
            <a:ext cx="10799999" cy="4989295"/>
          </a:xfrm>
          <a:prstGeom prst="roundRect">
            <a:avLst>
              <a:gd name="adj" fmla="val 2404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9AA63F-1AA4-4808-69D7-414A66EC6E06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>
                <a:solidFill>
                  <a:schemeClr val="tx2"/>
                </a:solidFill>
                <a:latin typeface="Aptos" panose="020B0004020202020204" pitchFamily="34" charset="0"/>
              </a:rPr>
              <a:t>Proprietary + Confidential</a:t>
            </a:r>
            <a:endParaRPr lang="en-PL" sz="120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9A8A54-B07D-26E8-5B4A-E9B4A2EA7200}"/>
              </a:ext>
            </a:extLst>
          </p:cNvPr>
          <p:cNvSpPr txBox="1"/>
          <p:nvPr userDrawn="1"/>
        </p:nvSpPr>
        <p:spPr>
          <a:xfrm>
            <a:off x="11338907" y="6392597"/>
            <a:ext cx="157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BF891274-0C81-E04F-B4EE-3C561D46BB74}" type="slidenum">
              <a:rPr lang="en-GB" sz="1200" smtClean="0">
                <a:solidFill>
                  <a:schemeClr val="tx2"/>
                </a:solidFill>
                <a:latin typeface="Aptos" panose="020B0004020202020204" pitchFamily="34" charset="0"/>
              </a:rPr>
              <a:pPr algn="r"/>
              <a:t>‹#›</a:t>
            </a:fld>
            <a:endParaRPr lang="en-PL" sz="120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F0DC36F-B649-924A-76BC-0AB0811762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643499" y="461962"/>
            <a:ext cx="1852500" cy="360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47F4FB1-6DC0-37E6-E7C4-D6C40CF16EB1}"/>
              </a:ext>
            </a:extLst>
          </p:cNvPr>
          <p:cNvSpPr/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15301076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BOX (BORD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196B9AEE-B0DA-4915-C63C-AE43F3FD7D1B}"/>
              </a:ext>
            </a:extLst>
          </p:cNvPr>
          <p:cNvSpPr/>
          <p:nvPr userDrawn="1"/>
        </p:nvSpPr>
        <p:spPr>
          <a:xfrm>
            <a:off x="6096000" y="-3"/>
            <a:ext cx="6096000" cy="6858001"/>
          </a:xfrm>
          <a:custGeom>
            <a:avLst/>
            <a:gdLst>
              <a:gd name="connsiteX0" fmla="*/ 315992 w 6096002"/>
              <a:gd name="connsiteY0" fmla="*/ 0 h 6858001"/>
              <a:gd name="connsiteX1" fmla="*/ 6096002 w 6096002"/>
              <a:gd name="connsiteY1" fmla="*/ 0 h 6858001"/>
              <a:gd name="connsiteX2" fmla="*/ 6096002 w 6096002"/>
              <a:gd name="connsiteY2" fmla="*/ 6858001 h 6858001"/>
              <a:gd name="connsiteX3" fmla="*/ 315991 w 6096002"/>
              <a:gd name="connsiteY3" fmla="*/ 6858001 h 6858001"/>
              <a:gd name="connsiteX4" fmla="*/ 262159 w 6096002"/>
              <a:gd name="connsiteY4" fmla="*/ 6569372 h 6858001"/>
              <a:gd name="connsiteX5" fmla="*/ 0 w 6096002"/>
              <a:gd name="connsiteY5" fmla="*/ 3429002 h 6858001"/>
              <a:gd name="connsiteX6" fmla="*/ 262159 w 6096002"/>
              <a:gd name="connsiteY6" fmla="*/ 28863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1">
                <a:moveTo>
                  <a:pt x="315992" y="0"/>
                </a:moveTo>
                <a:lnTo>
                  <a:pt x="6096002" y="0"/>
                </a:lnTo>
                <a:lnTo>
                  <a:pt x="6096002" y="6858001"/>
                </a:lnTo>
                <a:lnTo>
                  <a:pt x="315991" y="6858001"/>
                </a:lnTo>
                <a:lnTo>
                  <a:pt x="262159" y="6569372"/>
                </a:lnTo>
                <a:cubicBezTo>
                  <a:pt x="92559" y="5590155"/>
                  <a:pt x="0" y="4532430"/>
                  <a:pt x="0" y="3429002"/>
                </a:cubicBezTo>
                <a:cubicBezTo>
                  <a:pt x="0" y="2325575"/>
                  <a:pt x="92559" y="1267850"/>
                  <a:pt x="262159" y="288632"/>
                </a:cubicBezTo>
                <a:close/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1318469-5331-508F-6570-0F8E1A96E5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063" y="461962"/>
            <a:ext cx="8916988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b="1" i="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</a:lstStyle>
          <a:p>
            <a:pPr lvl="0"/>
            <a:r>
              <a:rPr lang="en-GB"/>
              <a:t>Slide title</a:t>
            </a:r>
            <a:endParaRPr lang="en-PL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9A46296-F386-F41D-37F8-DA568DFA5260}"/>
              </a:ext>
            </a:extLst>
          </p:cNvPr>
          <p:cNvSpPr/>
          <p:nvPr userDrawn="1"/>
        </p:nvSpPr>
        <p:spPr>
          <a:xfrm>
            <a:off x="696000" y="1201003"/>
            <a:ext cx="10799999" cy="4989295"/>
          </a:xfrm>
          <a:prstGeom prst="roundRect">
            <a:avLst>
              <a:gd name="adj" fmla="val 2404"/>
            </a:avLst>
          </a:prstGeom>
          <a:solidFill>
            <a:schemeClr val="tx1"/>
          </a:solidFill>
          <a:ln w="50800">
            <a:gradFill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2CAB93-0D2D-2F44-3477-6F300EAB80D4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 dirty="0">
                <a:solidFill>
                  <a:schemeClr val="tx2"/>
                </a:solidFill>
                <a:latin typeface="Aptos" panose="020B0004020202020204" pitchFamily="34" charset="0"/>
              </a:rPr>
              <a:t>Proprietary + Confidential</a:t>
            </a:r>
            <a:endParaRPr lang="en-PL" sz="1200" dirty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EBFED0-5A70-1C29-E208-D7F995510F9A}"/>
              </a:ext>
            </a:extLst>
          </p:cNvPr>
          <p:cNvSpPr txBox="1"/>
          <p:nvPr userDrawn="1"/>
        </p:nvSpPr>
        <p:spPr>
          <a:xfrm>
            <a:off x="11338907" y="6392597"/>
            <a:ext cx="157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BF891274-0C81-E04F-B4EE-3C561D46BB74}" type="slidenum">
              <a:rPr lang="en-GB" sz="1200" smtClean="0">
                <a:solidFill>
                  <a:schemeClr val="tx2"/>
                </a:solidFill>
                <a:latin typeface="Aptos" panose="020B0004020202020204" pitchFamily="34" charset="0"/>
              </a:rPr>
              <a:pPr algn="r"/>
              <a:t>‹#›</a:t>
            </a:fld>
            <a:endParaRPr lang="en-PL" sz="1200" dirty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19DFEC9-9987-0946-6853-CEFB46631B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643499" y="461962"/>
            <a:ext cx="18525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7958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D478A81-844B-3625-B7A3-4FA42F9771E3}"/>
              </a:ext>
            </a:extLst>
          </p:cNvPr>
          <p:cNvSpPr/>
          <p:nvPr userDrawn="1"/>
        </p:nvSpPr>
        <p:spPr>
          <a:xfrm>
            <a:off x="695998" y="4106608"/>
            <a:ext cx="11496002" cy="138656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B46EE351-CFA0-B694-C691-8A007BCE6F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5998" y="3105162"/>
            <a:ext cx="6478008" cy="66902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sz="4800" b="1" i="0" spc="-150">
                <a:solidFill>
                  <a:schemeClr val="bg2"/>
                </a:solidFill>
                <a:latin typeface="Aptos ExtraBold" panose="020B0004020202020204" pitchFamily="34" charset="0"/>
              </a:defRPr>
            </a:lvl1pPr>
          </a:lstStyle>
          <a:p>
            <a:pPr lvl="0"/>
            <a:r>
              <a:rPr lang="en-GB"/>
              <a:t>Thank you message.</a:t>
            </a:r>
            <a:endParaRPr lang="en-PL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AB723DED-09CD-03A6-5EB9-905CBD0D83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5999" y="4577681"/>
            <a:ext cx="6478008" cy="2787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Additional text…</a:t>
            </a:r>
            <a:endParaRPr lang="en-PL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EBA8005-4806-C931-7C1E-4F6748343E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9062" y="5962049"/>
            <a:ext cx="6464943" cy="22301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sz="1600" b="0" i="0">
                <a:solidFill>
                  <a:schemeClr val="bg1">
                    <a:alpha val="60000"/>
                  </a:schemeClr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PL"/>
              <a:t>Optional information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53CA1A-8E56-1972-FF1C-6B1EE1AC3D85}"/>
              </a:ext>
            </a:extLst>
          </p:cNvPr>
          <p:cNvSpPr txBox="1"/>
          <p:nvPr userDrawn="1"/>
        </p:nvSpPr>
        <p:spPr>
          <a:xfrm>
            <a:off x="695999" y="6392597"/>
            <a:ext cx="16973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 dirty="0">
                <a:solidFill>
                  <a:schemeClr val="tx2"/>
                </a:solidFill>
                <a:latin typeface="Aptos" panose="020B0004020202020204" pitchFamily="34" charset="0"/>
              </a:rPr>
              <a:t>Proprietary + Confidential</a:t>
            </a:r>
            <a:endParaRPr lang="en-PL" sz="1200" dirty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D6EF1BB-C71C-DDD9-FE1D-0C66602379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643499" y="461962"/>
            <a:ext cx="18525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2308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8522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91" r:id="rId2"/>
    <p:sldLayoutId id="2147483658" r:id="rId3"/>
    <p:sldLayoutId id="2147483657" r:id="rId4"/>
    <p:sldLayoutId id="2147483689" r:id="rId5"/>
    <p:sldLayoutId id="2147483655" r:id="rId6"/>
    <p:sldLayoutId id="2147483666" r:id="rId7"/>
    <p:sldLayoutId id="2147483674" r:id="rId8"/>
    <p:sldLayoutId id="2147483675" r:id="rId9"/>
    <p:sldLayoutId id="2147483668" r:id="rId10"/>
    <p:sldLayoutId id="2147483669" r:id="rId11"/>
    <p:sldLayoutId id="2147483678" r:id="rId12"/>
    <p:sldLayoutId id="2147483673" r:id="rId13"/>
    <p:sldLayoutId id="2147483672" r:id="rId14"/>
    <p:sldLayoutId id="2147483676" r:id="rId15"/>
    <p:sldLayoutId id="2147483677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4370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4" r:id="rId2"/>
    <p:sldLayoutId id="2147483690" r:id="rId3"/>
    <p:sldLayoutId id="2147483667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7" r:id="rId11"/>
    <p:sldLayoutId id="2147483685" r:id="rId12"/>
    <p:sldLayoutId id="2147483686" r:id="rId13"/>
    <p:sldLayoutId id="2147483688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AI Literacy Level 1: Quick Reference</a:t>
            </a:r>
          </a:p>
        </p:txBody>
      </p:sp>
      <p:sp>
        <p:nvSpPr>
          <p:cNvPr id="3" name="Panel 1"/>
          <p:cNvSpPr/>
          <p:nvPr/>
        </p:nvSpPr>
        <p:spPr>
          <a:xfrm>
            <a:off x="713232" y="1325880"/>
            <a:ext cx="3310128" cy="3977639"/>
          </a:xfrm>
          <a:prstGeom prst="roundRect">
            <a:avLst>
              <a:gd name="adj" fmla="val 12000"/>
            </a:avLst>
          </a:prstGeom>
          <a:solidFill>
            <a:srgbClr val="F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ing 1"/>
          <p:cNvSpPr txBox="1"/>
          <p:nvPr/>
        </p:nvSpPr>
        <p:spPr>
          <a:xfrm>
            <a:off x="941832" y="1508760"/>
            <a:ext cx="2852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21F62"/>
                </a:solidFill>
                <a:latin typeface="Aptos Display"/>
              </a:rPr>
              <a:t>AWARE</a:t>
            </a:r>
          </a:p>
        </p:txBody>
      </p:sp>
      <p:sp>
        <p:nvSpPr>
          <p:cNvPr id="5" name="Subheading 1"/>
          <p:cNvSpPr txBox="1"/>
          <p:nvPr/>
        </p:nvSpPr>
        <p:spPr>
          <a:xfrm>
            <a:off x="941832" y="1892807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5C61"/>
                </a:solidFill>
              </a:rPr>
              <a:t>Your mental model for working with AI</a:t>
            </a:r>
          </a:p>
        </p:txBody>
      </p:sp>
      <p:sp>
        <p:nvSpPr>
          <p:cNvPr id="6" name="Panel 2"/>
          <p:cNvSpPr/>
          <p:nvPr/>
        </p:nvSpPr>
        <p:spPr>
          <a:xfrm>
            <a:off x="4416552" y="1325880"/>
            <a:ext cx="3310128" cy="3977639"/>
          </a:xfrm>
          <a:prstGeom prst="roundRect">
            <a:avLst>
              <a:gd name="adj" fmla="val 12000"/>
            </a:avLst>
          </a:prstGeom>
          <a:solidFill>
            <a:srgbClr val="F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ading 2"/>
          <p:cNvSpPr txBox="1"/>
          <p:nvPr/>
        </p:nvSpPr>
        <p:spPr>
          <a:xfrm>
            <a:off x="4645152" y="1508760"/>
            <a:ext cx="2852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21F62"/>
                </a:solidFill>
                <a:latin typeface="Aptos Display"/>
              </a:rPr>
              <a:t>Before You Share</a:t>
            </a:r>
          </a:p>
        </p:txBody>
      </p:sp>
      <p:sp>
        <p:nvSpPr>
          <p:cNvPr id="8" name="Subheading 2"/>
          <p:cNvSpPr txBox="1"/>
          <p:nvPr/>
        </p:nvSpPr>
        <p:spPr>
          <a:xfrm>
            <a:off x="4645152" y="1892807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5C61"/>
                </a:solidFill>
              </a:rPr>
              <a:t>Ask these four questions before you enter information into an AI tool</a:t>
            </a:r>
          </a:p>
        </p:txBody>
      </p:sp>
      <p:sp>
        <p:nvSpPr>
          <p:cNvPr id="9" name="Panel 3"/>
          <p:cNvSpPr/>
          <p:nvPr/>
        </p:nvSpPr>
        <p:spPr>
          <a:xfrm>
            <a:off x="8119871" y="1325880"/>
            <a:ext cx="3310128" cy="3977639"/>
          </a:xfrm>
          <a:prstGeom prst="roundRect">
            <a:avLst>
              <a:gd name="adj" fmla="val 12000"/>
            </a:avLst>
          </a:prstGeom>
          <a:solidFill>
            <a:srgbClr val="F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ading 3"/>
          <p:cNvSpPr txBox="1"/>
          <p:nvPr/>
        </p:nvSpPr>
        <p:spPr>
          <a:xfrm>
            <a:off x="8348471" y="1508760"/>
            <a:ext cx="2852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21F62"/>
                </a:solidFill>
                <a:latin typeface="Aptos Display"/>
              </a:rPr>
              <a:t>A Clear Prompt</a:t>
            </a:r>
          </a:p>
        </p:txBody>
      </p:sp>
      <p:sp>
        <p:nvSpPr>
          <p:cNvPr id="11" name="Subheading 3"/>
          <p:cNvSpPr txBox="1"/>
          <p:nvPr/>
        </p:nvSpPr>
        <p:spPr>
          <a:xfrm>
            <a:off x="8348471" y="1892807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5C61"/>
                </a:solidFill>
              </a:rPr>
              <a:t>Give AI a clearer target with five elements</a:t>
            </a:r>
          </a:p>
        </p:txBody>
      </p:sp>
      <p:sp>
        <p:nvSpPr>
          <p:cNvPr id="12" name="AWARE tile 1"/>
          <p:cNvSpPr/>
          <p:nvPr/>
        </p:nvSpPr>
        <p:spPr>
          <a:xfrm>
            <a:off x="941832" y="2441448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021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0BBC2"/>
                </a:solidFill>
                <a:latin typeface="Aptos Display"/>
              </a:rPr>
              <a:t>A</a:t>
            </a:r>
          </a:p>
        </p:txBody>
      </p:sp>
      <p:sp>
        <p:nvSpPr>
          <p:cNvPr id="13" name="AWARE word 1"/>
          <p:cNvSpPr txBox="1"/>
          <p:nvPr/>
        </p:nvSpPr>
        <p:spPr>
          <a:xfrm>
            <a:off x="1517904" y="2441448"/>
            <a:ext cx="23042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21F62"/>
                </a:solidFill>
              </a:rPr>
              <a:t>Appreciate AI</a:t>
            </a:r>
          </a:p>
        </p:txBody>
      </p:sp>
      <p:sp>
        <p:nvSpPr>
          <p:cNvPr id="14" name="AWARE tile 2"/>
          <p:cNvSpPr/>
          <p:nvPr/>
        </p:nvSpPr>
        <p:spPr>
          <a:xfrm>
            <a:off x="941832" y="2990088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021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0BBC2"/>
                </a:solidFill>
                <a:latin typeface="Aptos Display"/>
              </a:rPr>
              <a:t>W</a:t>
            </a:r>
          </a:p>
        </p:txBody>
      </p:sp>
      <p:sp>
        <p:nvSpPr>
          <p:cNvPr id="15" name="AWARE word 2"/>
          <p:cNvSpPr txBox="1"/>
          <p:nvPr/>
        </p:nvSpPr>
        <p:spPr>
          <a:xfrm>
            <a:off x="1517904" y="2990088"/>
            <a:ext cx="23042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21F62"/>
                </a:solidFill>
              </a:rPr>
              <a:t>Weigh the Output</a:t>
            </a:r>
          </a:p>
        </p:txBody>
      </p:sp>
      <p:sp>
        <p:nvSpPr>
          <p:cNvPr id="16" name="AWARE tile 3"/>
          <p:cNvSpPr/>
          <p:nvPr/>
        </p:nvSpPr>
        <p:spPr>
          <a:xfrm>
            <a:off x="941832" y="3538728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021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0BBC2"/>
                </a:solidFill>
                <a:latin typeface="Aptos Display"/>
              </a:rPr>
              <a:t>A</a:t>
            </a:r>
          </a:p>
        </p:txBody>
      </p:sp>
      <p:sp>
        <p:nvSpPr>
          <p:cNvPr id="17" name="AWARE word 3"/>
          <p:cNvSpPr txBox="1"/>
          <p:nvPr/>
        </p:nvSpPr>
        <p:spPr>
          <a:xfrm>
            <a:off x="1517904" y="3538728"/>
            <a:ext cx="23042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21F62"/>
                </a:solidFill>
              </a:rPr>
              <a:t>Assess the Risk</a:t>
            </a:r>
          </a:p>
        </p:txBody>
      </p:sp>
      <p:sp>
        <p:nvSpPr>
          <p:cNvPr id="18" name="AWARE tile 4"/>
          <p:cNvSpPr/>
          <p:nvPr/>
        </p:nvSpPr>
        <p:spPr>
          <a:xfrm>
            <a:off x="941832" y="4087368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021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0BBC2"/>
                </a:solidFill>
                <a:latin typeface="Aptos Display"/>
              </a:rPr>
              <a:t>R</a:t>
            </a:r>
          </a:p>
        </p:txBody>
      </p:sp>
      <p:sp>
        <p:nvSpPr>
          <p:cNvPr id="19" name="AWARE word 4"/>
          <p:cNvSpPr txBox="1"/>
          <p:nvPr/>
        </p:nvSpPr>
        <p:spPr>
          <a:xfrm>
            <a:off x="1517904" y="4087368"/>
            <a:ext cx="23042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21F62"/>
                </a:solidFill>
              </a:rPr>
              <a:t>Respond with the Right Prompt</a:t>
            </a:r>
          </a:p>
        </p:txBody>
      </p:sp>
      <p:sp>
        <p:nvSpPr>
          <p:cNvPr id="20" name="AWARE tile 5"/>
          <p:cNvSpPr/>
          <p:nvPr/>
        </p:nvSpPr>
        <p:spPr>
          <a:xfrm>
            <a:off x="941832" y="4636008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021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0BBC2"/>
                </a:solidFill>
                <a:latin typeface="Aptos Display"/>
              </a:rPr>
              <a:t>E</a:t>
            </a:r>
          </a:p>
        </p:txBody>
      </p:sp>
      <p:sp>
        <p:nvSpPr>
          <p:cNvPr id="21" name="AWARE word 5"/>
          <p:cNvSpPr txBox="1"/>
          <p:nvPr/>
        </p:nvSpPr>
        <p:spPr>
          <a:xfrm>
            <a:off x="1517904" y="4636008"/>
            <a:ext cx="23042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21F62"/>
                </a:solidFill>
              </a:rPr>
              <a:t>Ensure Human Accountability</a:t>
            </a:r>
          </a:p>
        </p:txBody>
      </p:sp>
      <p:sp>
        <p:nvSpPr>
          <p:cNvPr id="22" name="Number 1"/>
          <p:cNvSpPr/>
          <p:nvPr/>
        </p:nvSpPr>
        <p:spPr>
          <a:xfrm>
            <a:off x="4645152" y="2532888"/>
            <a:ext cx="384048" cy="384048"/>
          </a:xfrm>
          <a:prstGeom prst="ellipse">
            <a:avLst/>
          </a:prstGeom>
          <a:solidFill>
            <a:srgbClr val="00B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21F62"/>
                </a:solidFill>
              </a:rPr>
              <a:t>1</a:t>
            </a:r>
          </a:p>
        </p:txBody>
      </p:sp>
      <p:sp>
        <p:nvSpPr>
          <p:cNvPr id="23" name="Question 1"/>
          <p:cNvSpPr txBox="1"/>
          <p:nvPr/>
        </p:nvSpPr>
        <p:spPr>
          <a:xfrm>
            <a:off x="5193792" y="2532888"/>
            <a:ext cx="235000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21F62"/>
                </a:solidFill>
              </a:rPr>
              <a:t>What information is it?</a:t>
            </a:r>
          </a:p>
        </p:txBody>
      </p:sp>
      <p:sp>
        <p:nvSpPr>
          <p:cNvPr id="24" name="Number 2"/>
          <p:cNvSpPr/>
          <p:nvPr/>
        </p:nvSpPr>
        <p:spPr>
          <a:xfrm>
            <a:off x="4645152" y="3191256"/>
            <a:ext cx="384048" cy="384048"/>
          </a:xfrm>
          <a:prstGeom prst="ellipse">
            <a:avLst/>
          </a:prstGeom>
          <a:solidFill>
            <a:srgbClr val="00B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21F62"/>
                </a:solidFill>
              </a:rPr>
              <a:t>2</a:t>
            </a:r>
          </a:p>
        </p:txBody>
      </p:sp>
      <p:sp>
        <p:nvSpPr>
          <p:cNvPr id="25" name="Question 2"/>
          <p:cNvSpPr txBox="1"/>
          <p:nvPr/>
        </p:nvSpPr>
        <p:spPr>
          <a:xfrm>
            <a:off x="5193792" y="3191256"/>
            <a:ext cx="235000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21F62"/>
                </a:solidFill>
              </a:rPr>
              <a:t>Who owns it?</a:t>
            </a:r>
          </a:p>
        </p:txBody>
      </p:sp>
      <p:sp>
        <p:nvSpPr>
          <p:cNvPr id="26" name="Number 3"/>
          <p:cNvSpPr/>
          <p:nvPr/>
        </p:nvSpPr>
        <p:spPr>
          <a:xfrm>
            <a:off x="4645152" y="3849624"/>
            <a:ext cx="384048" cy="384048"/>
          </a:xfrm>
          <a:prstGeom prst="ellipse">
            <a:avLst/>
          </a:prstGeom>
          <a:solidFill>
            <a:srgbClr val="00B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21F62"/>
                </a:solidFill>
              </a:rPr>
              <a:t>3</a:t>
            </a:r>
          </a:p>
        </p:txBody>
      </p:sp>
      <p:sp>
        <p:nvSpPr>
          <p:cNvPr id="27" name="Question 3"/>
          <p:cNvSpPr txBox="1"/>
          <p:nvPr/>
        </p:nvSpPr>
        <p:spPr>
          <a:xfrm>
            <a:off x="5193792" y="3849624"/>
            <a:ext cx="235000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21F62"/>
                </a:solidFill>
              </a:rPr>
              <a:t>Is the tool approved?</a:t>
            </a:r>
          </a:p>
        </p:txBody>
      </p:sp>
      <p:sp>
        <p:nvSpPr>
          <p:cNvPr id="28" name="Number 4"/>
          <p:cNvSpPr/>
          <p:nvPr/>
        </p:nvSpPr>
        <p:spPr>
          <a:xfrm>
            <a:off x="4645152" y="4507992"/>
            <a:ext cx="384048" cy="384048"/>
          </a:xfrm>
          <a:prstGeom prst="ellipse">
            <a:avLst/>
          </a:prstGeom>
          <a:solidFill>
            <a:srgbClr val="00B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21F62"/>
                </a:solidFill>
              </a:rPr>
              <a:t>4</a:t>
            </a:r>
          </a:p>
        </p:txBody>
      </p:sp>
      <p:sp>
        <p:nvSpPr>
          <p:cNvPr id="29" name="Question 4"/>
          <p:cNvSpPr txBox="1"/>
          <p:nvPr/>
        </p:nvSpPr>
        <p:spPr>
          <a:xfrm>
            <a:off x="5193792" y="4507992"/>
            <a:ext cx="235000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21F62"/>
                </a:solidFill>
              </a:rPr>
              <a:t>Am I permitted to use it?</a:t>
            </a:r>
          </a:p>
        </p:txBody>
      </p:sp>
      <p:sp>
        <p:nvSpPr>
          <p:cNvPr id="30" name="Element 1"/>
          <p:cNvSpPr txBox="1"/>
          <p:nvPr/>
        </p:nvSpPr>
        <p:spPr>
          <a:xfrm>
            <a:off x="8348471" y="2423160"/>
            <a:ext cx="1051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97EDC"/>
                </a:solidFill>
              </a:rPr>
              <a:t>Context</a:t>
            </a:r>
          </a:p>
        </p:txBody>
      </p:sp>
      <p:sp>
        <p:nvSpPr>
          <p:cNvPr id="31" name="Element question 1"/>
          <p:cNvSpPr txBox="1"/>
          <p:nvPr/>
        </p:nvSpPr>
        <p:spPr>
          <a:xfrm>
            <a:off x="9418319" y="2423160"/>
            <a:ext cx="18470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21F62"/>
                </a:solidFill>
              </a:rPr>
              <a:t>What does AI need to know to interpret the situation?</a:t>
            </a:r>
          </a:p>
        </p:txBody>
      </p:sp>
      <p:sp>
        <p:nvSpPr>
          <p:cNvPr id="32" name="Element 2"/>
          <p:cNvSpPr txBox="1"/>
          <p:nvPr/>
        </p:nvSpPr>
        <p:spPr>
          <a:xfrm>
            <a:off x="8348471" y="2953512"/>
            <a:ext cx="1051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97EDC"/>
                </a:solidFill>
              </a:rPr>
              <a:t>Task</a:t>
            </a:r>
          </a:p>
        </p:txBody>
      </p:sp>
      <p:sp>
        <p:nvSpPr>
          <p:cNvPr id="33" name="Element question 2"/>
          <p:cNvSpPr txBox="1"/>
          <p:nvPr/>
        </p:nvSpPr>
        <p:spPr>
          <a:xfrm>
            <a:off x="9418319" y="2953512"/>
            <a:ext cx="18470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21F62"/>
                </a:solidFill>
              </a:rPr>
              <a:t>What exactly do you want AI to do?</a:t>
            </a:r>
          </a:p>
        </p:txBody>
      </p:sp>
      <p:sp>
        <p:nvSpPr>
          <p:cNvPr id="34" name="Element 3"/>
          <p:cNvSpPr txBox="1"/>
          <p:nvPr/>
        </p:nvSpPr>
        <p:spPr>
          <a:xfrm>
            <a:off x="8348471" y="3483863"/>
            <a:ext cx="1051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97EDC"/>
                </a:solidFill>
              </a:rPr>
              <a:t>Audience</a:t>
            </a:r>
          </a:p>
        </p:txBody>
      </p:sp>
      <p:sp>
        <p:nvSpPr>
          <p:cNvPr id="35" name="Element question 3"/>
          <p:cNvSpPr txBox="1"/>
          <p:nvPr/>
        </p:nvSpPr>
        <p:spPr>
          <a:xfrm>
            <a:off x="9418319" y="3483863"/>
            <a:ext cx="18470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21F62"/>
                </a:solidFill>
              </a:rPr>
              <a:t>Who is the output for?</a:t>
            </a:r>
          </a:p>
        </p:txBody>
      </p:sp>
      <p:sp>
        <p:nvSpPr>
          <p:cNvPr id="36" name="Element 4"/>
          <p:cNvSpPr txBox="1"/>
          <p:nvPr/>
        </p:nvSpPr>
        <p:spPr>
          <a:xfrm>
            <a:off x="8348471" y="4014215"/>
            <a:ext cx="1051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97EDC"/>
                </a:solidFill>
              </a:rPr>
              <a:t>Output</a:t>
            </a:r>
          </a:p>
        </p:txBody>
      </p:sp>
      <p:sp>
        <p:nvSpPr>
          <p:cNvPr id="37" name="Element question 4"/>
          <p:cNvSpPr txBox="1"/>
          <p:nvPr/>
        </p:nvSpPr>
        <p:spPr>
          <a:xfrm>
            <a:off x="9418319" y="4014215"/>
            <a:ext cx="18470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21F62"/>
                </a:solidFill>
              </a:rPr>
              <a:t>What should the result look like?</a:t>
            </a:r>
          </a:p>
        </p:txBody>
      </p:sp>
      <p:sp>
        <p:nvSpPr>
          <p:cNvPr id="38" name="Element 5"/>
          <p:cNvSpPr txBox="1"/>
          <p:nvPr/>
        </p:nvSpPr>
        <p:spPr>
          <a:xfrm>
            <a:off x="8348471" y="4544568"/>
            <a:ext cx="1051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97EDC"/>
                </a:solidFill>
              </a:rPr>
              <a:t>Constraints</a:t>
            </a:r>
          </a:p>
        </p:txBody>
      </p:sp>
      <p:sp>
        <p:nvSpPr>
          <p:cNvPr id="39" name="Element question 5"/>
          <p:cNvSpPr txBox="1"/>
          <p:nvPr/>
        </p:nvSpPr>
        <p:spPr>
          <a:xfrm>
            <a:off x="9418319" y="4544568"/>
            <a:ext cx="18470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21F62"/>
                </a:solidFill>
              </a:rPr>
              <a:t>What boundaries should AI follow?</a:t>
            </a:r>
          </a:p>
        </p:txBody>
      </p:sp>
      <p:sp>
        <p:nvSpPr>
          <p:cNvPr id="40" name="Refine"/>
          <p:cNvSpPr txBox="1"/>
          <p:nvPr/>
        </p:nvSpPr>
        <p:spPr>
          <a:xfrm>
            <a:off x="8348471" y="4983480"/>
            <a:ext cx="2852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21F62"/>
                </a:solidFill>
              </a:rPr>
              <a:t>Review the result, then refine.</a:t>
            </a:r>
          </a:p>
        </p:txBody>
      </p:sp>
      <p:sp>
        <p:nvSpPr>
          <p:cNvPr id="41" name="Principle band"/>
          <p:cNvSpPr/>
          <p:nvPr/>
        </p:nvSpPr>
        <p:spPr>
          <a:xfrm>
            <a:off x="713232" y="5486400"/>
            <a:ext cx="10762488" cy="530352"/>
          </a:xfrm>
          <a:prstGeom prst="roundRect">
            <a:avLst>
              <a:gd name="adj" fmla="val 12000"/>
            </a:avLst>
          </a:prstGeom>
          <a:solidFill>
            <a:srgbClr val="021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sz="2000" b="1">
                <a:solidFill>
                  <a:srgbClr val="9DB8EE"/>
                </a:solidFill>
                <a:latin typeface="Aptos Display"/>
              </a:rPr>
              <a:t>AI can assist. </a:t>
            </a:r>
            <a:r>
              <a:rPr sz="2000" b="1">
                <a:solidFill>
                  <a:srgbClr val="00BBC2"/>
                </a:solidFill>
                <a:latin typeface="Aptos Display"/>
              </a:rPr>
              <a:t>Humans remain accountable.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GHT VERSION">
  <a:themeElements>
    <a:clrScheme name="#747881">
      <a:dk1>
        <a:srgbClr val="021F61"/>
      </a:dk1>
      <a:lt1>
        <a:srgbClr val="FFFFFF"/>
      </a:lt1>
      <a:dk2>
        <a:srgbClr val="497EDB"/>
      </a:dk2>
      <a:lt2>
        <a:srgbClr val="7EBD30"/>
      </a:lt2>
      <a:accent1>
        <a:srgbClr val="01BBC1"/>
      </a:accent1>
      <a:accent2>
        <a:srgbClr val="FB4670"/>
      </a:accent2>
      <a:accent3>
        <a:srgbClr val="A14FEE"/>
      </a:accent3>
      <a:accent4>
        <a:srgbClr val="E9FC6E"/>
      </a:accent4>
      <a:accent5>
        <a:srgbClr val="747881"/>
      </a:accent5>
      <a:accent6>
        <a:srgbClr val="F1F3F1"/>
      </a:accent6>
      <a:hlink>
        <a:srgbClr val="1C86FC"/>
      </a:hlink>
      <a:folHlink>
        <a:srgbClr val="BA82E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 algn="l">
          <a:defRPr sz="1400" dirty="0" smtClean="0">
            <a:latin typeface="Aptos" panose="020B00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ReSource_Pro_Template_24 [Autosaved]" id="{B48D50D4-63D9-264B-83CC-1B599CF14F97}" vid="{8D8ACC85-AB1B-5441-B784-FF857AD4C34A}"/>
    </a:ext>
  </a:extLst>
</a:theme>
</file>

<file path=ppt/theme/theme2.xml><?xml version="1.0" encoding="utf-8"?>
<a:theme xmlns:a="http://schemas.openxmlformats.org/drawingml/2006/main" name="DARK VERSION">
  <a:themeElements>
    <a:clrScheme name="Custom 2">
      <a:dk1>
        <a:srgbClr val="021F61"/>
      </a:dk1>
      <a:lt1>
        <a:srgbClr val="FFFFFF"/>
      </a:lt1>
      <a:dk2>
        <a:srgbClr val="497EDB"/>
      </a:dk2>
      <a:lt2>
        <a:srgbClr val="7EBD30"/>
      </a:lt2>
      <a:accent1>
        <a:srgbClr val="01BBC1"/>
      </a:accent1>
      <a:accent2>
        <a:srgbClr val="FB4670"/>
      </a:accent2>
      <a:accent3>
        <a:srgbClr val="A14FEE"/>
      </a:accent3>
      <a:accent4>
        <a:srgbClr val="E9FC6E"/>
      </a:accent4>
      <a:accent5>
        <a:srgbClr val="FEA946"/>
      </a:accent5>
      <a:accent6>
        <a:srgbClr val="F1F3F1"/>
      </a:accent6>
      <a:hlink>
        <a:srgbClr val="1C86FC"/>
      </a:hlink>
      <a:folHlink>
        <a:srgbClr val="BA82E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 algn="l">
          <a:defRPr sz="1400" dirty="0" smtClean="0">
            <a:latin typeface="Aptos" panose="020B00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ReSource_Pro_Template_24 [Autosaved]" id="{B48D50D4-63D9-264B-83CC-1B599CF14F97}" vid="{28C122C3-8F27-0845-9940-A26AA9AA9D4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b7ee0dc0-3e79-4d38-8cf1-87f346146b13" xsi:nil="true"/>
    <_ip_UnifiedCompliancePolicyProperties xmlns="http://schemas.microsoft.com/sharepoint/v3" xsi:nil="true"/>
    <lcf76f155ced4ddcb4097134ff3c332f xmlns="8c11f885-a784-456b-87f7-7c8388a8834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185FF198FEB742A3362D079330EBA5" ma:contentTypeVersion="21" ma:contentTypeDescription="Create a new document." ma:contentTypeScope="" ma:versionID="1170f721e59a676a764bff8c9433ef6b">
  <xsd:schema xmlns:xsd="http://www.w3.org/2001/XMLSchema" xmlns:xs="http://www.w3.org/2001/XMLSchema" xmlns:p="http://schemas.microsoft.com/office/2006/metadata/properties" xmlns:ns1="http://schemas.microsoft.com/sharepoint/v3" xmlns:ns2="b7ee0dc0-3e79-4d38-8cf1-87f346146b13" xmlns:ns3="8c11f885-a784-456b-87f7-7c8388a8834a" targetNamespace="http://schemas.microsoft.com/office/2006/metadata/properties" ma:root="true" ma:fieldsID="18d6770c756740de58448ad388881ae4" ns1:_="" ns2:_="" ns3:_="">
    <xsd:import namespace="http://schemas.microsoft.com/sharepoint/v3"/>
    <xsd:import namespace="b7ee0dc0-3e79-4d38-8cf1-87f346146b13"/>
    <xsd:import namespace="8c11f885-a784-456b-87f7-7c8388a8834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1:_ip_UnifiedCompliancePolicyProperties" minOccurs="0"/>
                <xsd:element ref="ns1:_ip_UnifiedCompliancePolicyUIAc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ee0dc0-3e79-4d38-8cf1-87f346146b1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  <xsd:element name="TaxCatchAll" ma:index="26" nillable="true" ma:displayName="Taxonomy Catch All Column" ma:hidden="true" ma:list="{728224f5-0242-4223-8afd-4bdcdc5c191e}" ma:internalName="TaxCatchAll" ma:showField="CatchAllData" ma:web="b7ee0dc0-3e79-4d38-8cf1-87f346146b1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11f885-a784-456b-87f7-7c8388a883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f8f7e2c4-d129-418e-a7c7-968ad538c4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51BAD8-EAEA-4ECA-A304-4610841F91AF}">
  <ds:schemaRefs>
    <ds:schemaRef ds:uri="b7ee0dc0-3e79-4d38-8cf1-87f346146b13"/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www.w3.org/XML/1998/namespace"/>
    <ds:schemaRef ds:uri="http://purl.org/dc/terms/"/>
    <ds:schemaRef ds:uri="http://schemas.microsoft.com/sharepoint/v3"/>
    <ds:schemaRef ds:uri="8c11f885-a784-456b-87f7-7c8388a8834a"/>
  </ds:schemaRefs>
</ds:datastoreItem>
</file>

<file path=customXml/itemProps2.xml><?xml version="1.0" encoding="utf-8"?>
<ds:datastoreItem xmlns:ds="http://schemas.openxmlformats.org/officeDocument/2006/customXml" ds:itemID="{6806DC11-D0C3-4C2C-91CF-941E9127D8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7ee0dc0-3e79-4d38-8cf1-87f346146b13"/>
    <ds:schemaRef ds:uri="8c11f885-a784-456b-87f7-7c8388a883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6CD7FFB-0798-468C-A256-ABE764DD6F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ReSource_Pro_Template_24</Template>
  <TotalTime>0</TotalTime>
  <Words>8048</Words>
  <Application>Microsoft Office PowerPoint</Application>
  <PresentationFormat>Widescreen</PresentationFormat>
  <Paragraphs>937</Paragraphs>
  <Slides>68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68</vt:i4>
      </vt:variant>
    </vt:vector>
  </HeadingPairs>
  <TitlesOfParts>
    <vt:vector size="75" baseType="lpstr">
      <vt:lpstr>等线</vt:lpstr>
      <vt:lpstr>Aptos</vt:lpstr>
      <vt:lpstr>Aptos ExtraBold</vt:lpstr>
      <vt:lpstr>Arial</vt:lpstr>
      <vt:lpstr>Calibri</vt:lpstr>
      <vt:lpstr>LIGHT VERSION</vt:lpstr>
      <vt:lpstr>DARK VERSION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Literacy Level 1: Quick Reference</dc:title>
  <dc:creator>Claudia Chao</dc:creator>
  <cp:lastModifiedBy>Claudia Chao</cp:lastModifiedBy>
  <cp:revision>1</cp:revision>
  <dcterms:created xsi:type="dcterms:W3CDTF">2024-07-12T06:06:06Z</dcterms:created>
  <dcterms:modified xsi:type="dcterms:W3CDTF">2024-07-12T06:06:51Z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0x0101007E185FF198FEB742A3362D079330EBA5</vt:lpwstr>
  </property>
</Properties>
</file>